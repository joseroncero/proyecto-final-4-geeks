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81" r:id="rId2"/>
    <p:sldId id="285" r:id="rId3"/>
    <p:sldId id="269" r:id="rId4"/>
    <p:sldId id="353" r:id="rId5"/>
    <p:sldId id="354" r:id="rId6"/>
    <p:sldId id="360" r:id="rId7"/>
    <p:sldId id="355" r:id="rId8"/>
    <p:sldId id="356" r:id="rId9"/>
    <p:sldId id="357" r:id="rId10"/>
    <p:sldId id="358" r:id="rId11"/>
    <p:sldId id="359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562239-A1CB-5A2F-4E59-422F646701E2}" v="1" dt="2026-02-03T03:21:31.207"/>
    <p1510:client id="{692CB718-9E1E-F23E-94BA-40EB4619F95B}" v="79" dt="2026-02-03T03:19:57.569"/>
    <p1510:client id="{C3F5E065-8322-F8CF-33D7-CCD09C3C9566}" v="1178" dt="2026-02-03T03:12:41.224"/>
    <p1510:client id="{C8EC830A-F5DB-7C81-6535-C63EFB7025A5}" v="68" dt="2026-02-04T01:47:37.4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56" autoAdjust="0"/>
    <p:restoredTop sz="94660"/>
  </p:normalViewPr>
  <p:slideViewPr>
    <p:cSldViewPr snapToGrid="0">
      <p:cViewPr>
        <p:scale>
          <a:sx n="50" d="100"/>
          <a:sy n="50" d="100"/>
        </p:scale>
        <p:origin x="2190" y="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é Roncero" userId="3ee8af7e1c01d3f9" providerId="Windows Live" clId="Web-{C3F5E065-8322-F8CF-33D7-CCD09C3C9566}"/>
    <pc:docChg chg="addSld delSld modSld sldOrd">
      <pc:chgData name="José Roncero" userId="3ee8af7e1c01d3f9" providerId="Windows Live" clId="Web-{C3F5E065-8322-F8CF-33D7-CCD09C3C9566}" dt="2026-02-03T03:12:41.224" v="806"/>
      <pc:docMkLst>
        <pc:docMk/>
      </pc:docMkLst>
      <pc:sldChg chg="addSp delSp modSp">
        <pc:chgData name="José Roncero" userId="3ee8af7e1c01d3f9" providerId="Windows Live" clId="Web-{C3F5E065-8322-F8CF-33D7-CCD09C3C9566}" dt="2026-02-03T02:55:09.181" v="728"/>
        <pc:sldMkLst>
          <pc:docMk/>
          <pc:sldMk cId="3116697518" sldId="269"/>
        </pc:sldMkLst>
        <pc:spChg chg="del">
          <ac:chgData name="José Roncero" userId="3ee8af7e1c01d3f9" providerId="Windows Live" clId="Web-{C3F5E065-8322-F8CF-33D7-CCD09C3C9566}" dt="2026-02-03T01:21:30.807" v="182"/>
          <ac:spMkLst>
            <pc:docMk/>
            <pc:sldMk cId="3116697518" sldId="269"/>
            <ac:spMk id="9" creationId="{016E8E6E-ADE8-8A9E-2D7A-C15E01A5ACBE}"/>
          </ac:spMkLst>
        </pc:spChg>
        <pc:spChg chg="add del">
          <ac:chgData name="José Roncero" userId="3ee8af7e1c01d3f9" providerId="Windows Live" clId="Web-{C3F5E065-8322-F8CF-33D7-CCD09C3C9566}" dt="2026-02-03T01:21:38.307" v="203"/>
          <ac:spMkLst>
            <pc:docMk/>
            <pc:sldMk cId="3116697518" sldId="269"/>
            <ac:spMk id="10" creationId="{A0D4D4CA-D3C2-DD81-18B1-DAC54FB774AA}"/>
          </ac:spMkLst>
        </pc:spChg>
        <pc:spChg chg="del">
          <ac:chgData name="José Roncero" userId="3ee8af7e1c01d3f9" providerId="Windows Live" clId="Web-{C3F5E065-8322-F8CF-33D7-CCD09C3C9566}" dt="2026-02-03T01:21:41.494" v="210"/>
          <ac:spMkLst>
            <pc:docMk/>
            <pc:sldMk cId="3116697518" sldId="269"/>
            <ac:spMk id="11" creationId="{D63A7CE3-1F7F-570D-3A93-19FE62F4DE12}"/>
          </ac:spMkLst>
        </pc:spChg>
        <pc:spChg chg="add del">
          <ac:chgData name="José Roncero" userId="3ee8af7e1c01d3f9" providerId="Windows Live" clId="Web-{C3F5E065-8322-F8CF-33D7-CCD09C3C9566}" dt="2026-02-03T01:21:47.182" v="229"/>
          <ac:spMkLst>
            <pc:docMk/>
            <pc:sldMk cId="3116697518" sldId="269"/>
            <ac:spMk id="15" creationId="{FD5A46D5-D9D4-717A-3A77-4150763DBDE2}"/>
          </ac:spMkLst>
        </pc:spChg>
        <pc:spChg chg="del">
          <ac:chgData name="José Roncero" userId="3ee8af7e1c01d3f9" providerId="Windows Live" clId="Web-{C3F5E065-8322-F8CF-33D7-CCD09C3C9566}" dt="2026-02-03T01:21:30.807" v="186"/>
          <ac:spMkLst>
            <pc:docMk/>
            <pc:sldMk cId="3116697518" sldId="269"/>
            <ac:spMk id="23" creationId="{20088008-D32B-4881-BFB8-B3F12F8C7817}"/>
          </ac:spMkLst>
        </pc:spChg>
        <pc:spChg chg="mod">
          <ac:chgData name="José Roncero" userId="3ee8af7e1c01d3f9" providerId="Windows Live" clId="Web-{C3F5E065-8322-F8CF-33D7-CCD09C3C9566}" dt="2026-02-03T01:58:36.478" v="419" actId="1076"/>
          <ac:spMkLst>
            <pc:docMk/>
            <pc:sldMk cId="3116697518" sldId="269"/>
            <ac:spMk id="31" creationId="{C574382F-5263-DC95-4FF5-B5E417EDBA38}"/>
          </ac:spMkLst>
        </pc:spChg>
        <pc:spChg chg="del">
          <ac:chgData name="José Roncero" userId="3ee8af7e1c01d3f9" providerId="Windows Live" clId="Web-{C3F5E065-8322-F8CF-33D7-CCD09C3C9566}" dt="2026-02-03T01:21:30.807" v="183"/>
          <ac:spMkLst>
            <pc:docMk/>
            <pc:sldMk cId="3116697518" sldId="269"/>
            <ac:spMk id="39" creationId="{43E7F6BC-C9D6-4A42-AE26-22BB8347A33B}"/>
          </ac:spMkLst>
        </pc:spChg>
        <pc:spChg chg="del">
          <ac:chgData name="José Roncero" userId="3ee8af7e1c01d3f9" providerId="Windows Live" clId="Web-{C3F5E065-8322-F8CF-33D7-CCD09C3C9566}" dt="2026-02-03T01:21:30.807" v="184"/>
          <ac:spMkLst>
            <pc:docMk/>
            <pc:sldMk cId="3116697518" sldId="269"/>
            <ac:spMk id="43" creationId="{B410EF86-F4CD-450D-B1D3-C640AD670E78}"/>
          </ac:spMkLst>
        </pc:spChg>
        <pc:spChg chg="add del">
          <ac:chgData name="José Roncero" userId="3ee8af7e1c01d3f9" providerId="Windows Live" clId="Web-{C3F5E065-8322-F8CF-33D7-CCD09C3C9566}" dt="2026-02-03T01:21:38.307" v="207"/>
          <ac:spMkLst>
            <pc:docMk/>
            <pc:sldMk cId="3116697518" sldId="269"/>
            <ac:spMk id="44" creationId="{CB2D1FC1-BAC3-4564-B02D-AC28BA23F651}"/>
          </ac:spMkLst>
        </pc:spChg>
        <pc:spChg chg="add del">
          <ac:chgData name="José Roncero" userId="3ee8af7e1c01d3f9" providerId="Windows Live" clId="Web-{C3F5E065-8322-F8CF-33D7-CCD09C3C9566}" dt="2026-02-03T01:21:38.307" v="205"/>
          <ac:spMkLst>
            <pc:docMk/>
            <pc:sldMk cId="3116697518" sldId="269"/>
            <ac:spMk id="47" creationId="{8379F448-7B64-4F02-BF90-632F32A7DA04}"/>
          </ac:spMkLst>
        </pc:spChg>
        <pc:spChg chg="add del">
          <ac:chgData name="José Roncero" userId="3ee8af7e1c01d3f9" providerId="Windows Live" clId="Web-{C3F5E065-8322-F8CF-33D7-CCD09C3C9566}" dt="2026-02-03T01:21:38.307" v="204"/>
          <ac:spMkLst>
            <pc:docMk/>
            <pc:sldMk cId="3116697518" sldId="269"/>
            <ac:spMk id="48" creationId="{2E80922D-D55E-487D-98A8-16115DDDA082}"/>
          </ac:spMkLst>
        </pc:spChg>
        <pc:spChg chg="del">
          <ac:chgData name="José Roncero" userId="3ee8af7e1c01d3f9" providerId="Windows Live" clId="Web-{C3F5E065-8322-F8CF-33D7-CCD09C3C9566}" dt="2026-02-03T01:21:41.494" v="214"/>
          <ac:spMkLst>
            <pc:docMk/>
            <pc:sldMk cId="3116697518" sldId="269"/>
            <ac:spMk id="49" creationId="{7E46D208-8932-4B09-8604-74A63752050E}"/>
          </ac:spMkLst>
        </pc:spChg>
        <pc:spChg chg="del">
          <ac:chgData name="José Roncero" userId="3ee8af7e1c01d3f9" providerId="Windows Live" clId="Web-{C3F5E065-8322-F8CF-33D7-CCD09C3C9566}" dt="2026-02-03T01:21:41.494" v="212"/>
          <ac:spMkLst>
            <pc:docMk/>
            <pc:sldMk cId="3116697518" sldId="269"/>
            <ac:spMk id="52" creationId="{5E65EC00-83D1-4505-AC60-4333DA9D7D71}"/>
          </ac:spMkLst>
        </pc:spChg>
        <pc:spChg chg="del">
          <ac:chgData name="José Roncero" userId="3ee8af7e1c01d3f9" providerId="Windows Live" clId="Web-{C3F5E065-8322-F8CF-33D7-CCD09C3C9566}" dt="2026-02-03T01:21:41.494" v="211"/>
          <ac:spMkLst>
            <pc:docMk/>
            <pc:sldMk cId="3116697518" sldId="269"/>
            <ac:spMk id="53" creationId="{425101F4-24BC-4CD2-AFEE-1C4F2C9CE664}"/>
          </ac:spMkLst>
        </pc:spChg>
        <pc:spChg chg="add del">
          <ac:chgData name="José Roncero" userId="3ee8af7e1c01d3f9" providerId="Windows Live" clId="Web-{C3F5E065-8322-F8CF-33D7-CCD09C3C9566}" dt="2026-02-03T01:21:47.182" v="233"/>
          <ac:spMkLst>
            <pc:docMk/>
            <pc:sldMk cId="3116697518" sldId="269"/>
            <ac:spMk id="54" creationId="{0DA9CA3F-6B71-40CF-9D83-AD8C60A58A88}"/>
          </ac:spMkLst>
        </pc:spChg>
        <pc:spChg chg="add del">
          <ac:chgData name="José Roncero" userId="3ee8af7e1c01d3f9" providerId="Windows Live" clId="Web-{C3F5E065-8322-F8CF-33D7-CCD09C3C9566}" dt="2026-02-03T01:21:47.182" v="231"/>
          <ac:spMkLst>
            <pc:docMk/>
            <pc:sldMk cId="3116697518" sldId="269"/>
            <ac:spMk id="57" creationId="{A16291D6-344D-4A0C-95D9-4FDF5F3210A5}"/>
          </ac:spMkLst>
        </pc:spChg>
        <pc:spChg chg="add del">
          <ac:chgData name="José Roncero" userId="3ee8af7e1c01d3f9" providerId="Windows Live" clId="Web-{C3F5E065-8322-F8CF-33D7-CCD09C3C9566}" dt="2026-02-03T01:21:47.182" v="230"/>
          <ac:spMkLst>
            <pc:docMk/>
            <pc:sldMk cId="3116697518" sldId="269"/>
            <ac:spMk id="58" creationId="{659CD07A-070A-4F10-A961-DF252D035ED5}"/>
          </ac:spMkLst>
        </pc:spChg>
        <pc:spChg chg="add del">
          <ac:chgData name="José Roncero" userId="3ee8af7e1c01d3f9" providerId="Windows Live" clId="Web-{C3F5E065-8322-F8CF-33D7-CCD09C3C9566}" dt="2026-02-03T01:21:35.791" v="196"/>
          <ac:spMkLst>
            <pc:docMk/>
            <pc:sldMk cId="3116697518" sldId="269"/>
            <ac:spMk id="68" creationId="{86BBEF47-7C03-F2CC-2761-E4DA3C32844C}"/>
          </ac:spMkLst>
        </pc:spChg>
        <pc:spChg chg="add del">
          <ac:chgData name="José Roncero" userId="3ee8af7e1c01d3f9" providerId="Windows Live" clId="Web-{C3F5E065-8322-F8CF-33D7-CCD09C3C9566}" dt="2026-02-03T01:21:47.182" v="232"/>
          <ac:spMkLst>
            <pc:docMk/>
            <pc:sldMk cId="3116697518" sldId="269"/>
            <ac:spMk id="74" creationId="{9615CD85-0F6D-4E50-A997-98F709F298C8}"/>
          </ac:spMkLst>
        </pc:spChg>
        <pc:spChg chg="del">
          <ac:chgData name="José Roncero" userId="3ee8af7e1c01d3f9" providerId="Windows Live" clId="Web-{C3F5E065-8322-F8CF-33D7-CCD09C3C9566}" dt="2026-02-03T01:21:41.494" v="213"/>
          <ac:spMkLst>
            <pc:docMk/>
            <pc:sldMk cId="3116697518" sldId="269"/>
            <ac:spMk id="75" creationId="{2AD811A8-C3F5-4ABC-8209-9A41FDF895CA}"/>
          </ac:spMkLst>
        </pc:spChg>
        <pc:spChg chg="add del">
          <ac:chgData name="José Roncero" userId="3ee8af7e1c01d3f9" providerId="Windows Live" clId="Web-{C3F5E065-8322-F8CF-33D7-CCD09C3C9566}" dt="2026-02-03T01:21:38.307" v="206"/>
          <ac:spMkLst>
            <pc:docMk/>
            <pc:sldMk cId="3116697518" sldId="269"/>
            <ac:spMk id="78" creationId="{22762784-F13A-4793-97C1-04EEBBAC6914}"/>
          </ac:spMkLst>
        </pc:spChg>
        <pc:spChg chg="del">
          <ac:chgData name="José Roncero" userId="3ee8af7e1c01d3f9" providerId="Windows Live" clId="Web-{C3F5E065-8322-F8CF-33D7-CCD09C3C9566}" dt="2026-02-03T01:21:30.807" v="185"/>
          <ac:spMkLst>
            <pc:docMk/>
            <pc:sldMk cId="3116697518" sldId="269"/>
            <ac:spMk id="79" creationId="{3A088DC7-7C18-459A-8F27-3AAF2847EB0F}"/>
          </ac:spMkLst>
        </pc:spChg>
        <pc:picChg chg="add del mod">
          <ac:chgData name="José Roncero" userId="3ee8af7e1c01d3f9" providerId="Windows Live" clId="Web-{C3F5E065-8322-F8CF-33D7-CCD09C3C9566}" dt="2026-02-03T01:37:14.421" v="358"/>
          <ac:picMkLst>
            <pc:docMk/>
            <pc:sldMk cId="3116697518" sldId="269"/>
            <ac:picMk id="2" creationId="{C22D0C10-51FB-798C-8C01-C0F97885C6ED}"/>
          </ac:picMkLst>
        </pc:picChg>
        <pc:picChg chg="add mod">
          <ac:chgData name="José Roncero" userId="3ee8af7e1c01d3f9" providerId="Windows Live" clId="Web-{C3F5E065-8322-F8CF-33D7-CCD09C3C9566}" dt="2026-02-03T01:56:20.867" v="367" actId="14100"/>
          <ac:picMkLst>
            <pc:docMk/>
            <pc:sldMk cId="3116697518" sldId="269"/>
            <ac:picMk id="3" creationId="{515F6A21-105D-4E80-189B-E3405BA5EA90}"/>
          </ac:picMkLst>
        </pc:picChg>
        <pc:picChg chg="add mod">
          <ac:chgData name="José Roncero" userId="3ee8af7e1c01d3f9" providerId="Windows Live" clId="Web-{C3F5E065-8322-F8CF-33D7-CCD09C3C9566}" dt="2026-02-03T01:56:15.273" v="366" actId="14100"/>
          <ac:picMkLst>
            <pc:docMk/>
            <pc:sldMk cId="3116697518" sldId="269"/>
            <ac:picMk id="4" creationId="{95358056-F660-4AD9-4F68-181B6ACA1BA1}"/>
          </ac:picMkLst>
        </pc:picChg>
        <pc:picChg chg="add mod">
          <ac:chgData name="José Roncero" userId="3ee8af7e1c01d3f9" providerId="Windows Live" clId="Web-{C3F5E065-8322-F8CF-33D7-CCD09C3C9566}" dt="2026-02-03T01:57:41.181" v="376" actId="1076"/>
          <ac:picMkLst>
            <pc:docMk/>
            <pc:sldMk cId="3116697518" sldId="269"/>
            <ac:picMk id="5" creationId="{6526AB48-0142-DB37-E6DC-87E7117136F2}"/>
          </ac:picMkLst>
        </pc:picChg>
        <pc:picChg chg="add">
          <ac:chgData name="José Roncero" userId="3ee8af7e1c01d3f9" providerId="Windows Live" clId="Web-{C3F5E065-8322-F8CF-33D7-CCD09C3C9566}" dt="2026-02-03T02:55:09.181" v="728"/>
          <ac:picMkLst>
            <pc:docMk/>
            <pc:sldMk cId="3116697518" sldId="269"/>
            <ac:picMk id="7" creationId="{BA86FC1A-A37B-FBEF-58E2-5296665E27C0}"/>
          </ac:picMkLst>
        </pc:picChg>
        <pc:picChg chg="del">
          <ac:chgData name="José Roncero" userId="3ee8af7e1c01d3f9" providerId="Windows Live" clId="Web-{C3F5E065-8322-F8CF-33D7-CCD09C3C9566}" dt="2026-02-03T01:21:30.807" v="181"/>
          <ac:picMkLst>
            <pc:docMk/>
            <pc:sldMk cId="3116697518" sldId="269"/>
            <ac:picMk id="16" creationId="{D510FB8E-3307-60BC-D3CD-731414DB0F1D}"/>
          </ac:picMkLst>
        </pc:picChg>
        <pc:picChg chg="add del">
          <ac:chgData name="José Roncero" userId="3ee8af7e1c01d3f9" providerId="Windows Live" clId="Web-{C3F5E065-8322-F8CF-33D7-CCD09C3C9566}" dt="2026-02-03T01:21:39.713" v="208"/>
          <ac:picMkLst>
            <pc:docMk/>
            <pc:sldMk cId="3116697518" sldId="269"/>
            <ac:picMk id="17" creationId="{42421420-AD73-7E5C-6298-1551D2C75AD7}"/>
          </ac:picMkLst>
        </pc:picChg>
        <pc:picChg chg="del">
          <ac:chgData name="José Roncero" userId="3ee8af7e1c01d3f9" providerId="Windows Live" clId="Web-{C3F5E065-8322-F8CF-33D7-CCD09C3C9566}" dt="2026-02-03T01:21:41.494" v="209"/>
          <ac:picMkLst>
            <pc:docMk/>
            <pc:sldMk cId="3116697518" sldId="269"/>
            <ac:picMk id="18" creationId="{7B818549-B209-67E3-A722-08C3FF4FB5A3}"/>
          </ac:picMkLst>
        </pc:picChg>
        <pc:picChg chg="add del">
          <ac:chgData name="José Roncero" userId="3ee8af7e1c01d3f9" providerId="Windows Live" clId="Web-{C3F5E065-8322-F8CF-33D7-CCD09C3C9566}" dt="2026-02-03T01:21:48.229" v="234"/>
          <ac:picMkLst>
            <pc:docMk/>
            <pc:sldMk cId="3116697518" sldId="269"/>
            <ac:picMk id="22" creationId="{385B4EFB-6C7C-520A-8E36-E1AFEF04328E}"/>
          </ac:picMkLst>
        </pc:picChg>
        <pc:picChg chg="add del mod">
          <ac:chgData name="José Roncero" userId="3ee8af7e1c01d3f9" providerId="Windows Live" clId="Web-{C3F5E065-8322-F8CF-33D7-CCD09C3C9566}" dt="2026-02-03T01:58:41.541" v="421" actId="1076"/>
          <ac:picMkLst>
            <pc:docMk/>
            <pc:sldMk cId="3116697518" sldId="269"/>
            <ac:picMk id="63" creationId="{34E93CAA-655F-A367-2E9C-8AEEF40FD0AD}"/>
          </ac:picMkLst>
        </pc:picChg>
      </pc:sldChg>
      <pc:sldChg chg="addSp modSp">
        <pc:chgData name="José Roncero" userId="3ee8af7e1c01d3f9" providerId="Windows Live" clId="Web-{C3F5E065-8322-F8CF-33D7-CCD09C3C9566}" dt="2026-02-03T03:12:08.208" v="798" actId="1076"/>
        <pc:sldMkLst>
          <pc:docMk/>
          <pc:sldMk cId="2555911187" sldId="270"/>
        </pc:sldMkLst>
        <pc:picChg chg="add mod">
          <ac:chgData name="José Roncero" userId="3ee8af7e1c01d3f9" providerId="Windows Live" clId="Web-{C3F5E065-8322-F8CF-33D7-CCD09C3C9566}" dt="2026-02-03T03:12:08.208" v="798" actId="1076"/>
          <ac:picMkLst>
            <pc:docMk/>
            <pc:sldMk cId="2555911187" sldId="270"/>
            <ac:picMk id="4" creationId="{1532C7E4-F59B-1BDA-0DFB-460EE9463BB6}"/>
          </ac:picMkLst>
        </pc:picChg>
      </pc:sldChg>
      <pc:sldChg chg="del">
        <pc:chgData name="José Roncero" userId="3ee8af7e1c01d3f9" providerId="Windows Live" clId="Web-{C3F5E065-8322-F8CF-33D7-CCD09C3C9566}" dt="2026-02-03T01:35:56.841" v="357"/>
        <pc:sldMkLst>
          <pc:docMk/>
          <pc:sldMk cId="3731985861" sldId="273"/>
        </pc:sldMkLst>
      </pc:sldChg>
      <pc:sldChg chg="del">
        <pc:chgData name="José Roncero" userId="3ee8af7e1c01d3f9" providerId="Windows Live" clId="Web-{C3F5E065-8322-F8CF-33D7-CCD09C3C9566}" dt="2026-02-03T03:07:50.780" v="793"/>
        <pc:sldMkLst>
          <pc:docMk/>
          <pc:sldMk cId="1261714056" sldId="277"/>
        </pc:sldMkLst>
      </pc:sldChg>
      <pc:sldChg chg="addSp modSp">
        <pc:chgData name="José Roncero" userId="3ee8af7e1c01d3f9" providerId="Windows Live" clId="Web-{C3F5E065-8322-F8CF-33D7-CCD09C3C9566}" dt="2026-02-03T01:05:36.802" v="48" actId="1076"/>
        <pc:sldMkLst>
          <pc:docMk/>
          <pc:sldMk cId="850555368" sldId="281"/>
        </pc:sldMkLst>
        <pc:spChg chg="mod">
          <ac:chgData name="José Roncero" userId="3ee8af7e1c01d3f9" providerId="Windows Live" clId="Web-{C3F5E065-8322-F8CF-33D7-CCD09C3C9566}" dt="2026-02-03T01:04:43.348" v="35" actId="20577"/>
          <ac:spMkLst>
            <pc:docMk/>
            <pc:sldMk cId="850555368" sldId="281"/>
            <ac:spMk id="3" creationId="{21162A8D-B1E9-504D-CFEC-375C7B44F63C}"/>
          </ac:spMkLst>
        </pc:spChg>
        <pc:spChg chg="mod">
          <ac:chgData name="José Roncero" userId="3ee8af7e1c01d3f9" providerId="Windows Live" clId="Web-{C3F5E065-8322-F8CF-33D7-CCD09C3C9566}" dt="2026-02-03T01:04:26.192" v="14" actId="20577"/>
          <ac:spMkLst>
            <pc:docMk/>
            <pc:sldMk cId="850555368" sldId="281"/>
            <ac:spMk id="5" creationId="{7B31E712-D9E7-A6FA-EB4C-9D4E587FFC48}"/>
          </ac:spMkLst>
        </pc:spChg>
        <pc:picChg chg="add mod">
          <ac:chgData name="José Roncero" userId="3ee8af7e1c01d3f9" providerId="Windows Live" clId="Web-{C3F5E065-8322-F8CF-33D7-CCD09C3C9566}" dt="2026-02-03T01:05:36.802" v="48" actId="1076"/>
          <ac:picMkLst>
            <pc:docMk/>
            <pc:sldMk cId="850555368" sldId="281"/>
            <ac:picMk id="2" creationId="{A48C2810-3CB1-8C59-FEA9-40B47070047D}"/>
          </ac:picMkLst>
        </pc:picChg>
        <pc:picChg chg="mod">
          <ac:chgData name="José Roncero" userId="3ee8af7e1c01d3f9" providerId="Windows Live" clId="Web-{C3F5E065-8322-F8CF-33D7-CCD09C3C9566}" dt="2026-02-03T01:05:29.708" v="44" actId="14100"/>
          <ac:picMkLst>
            <pc:docMk/>
            <pc:sldMk cId="850555368" sldId="281"/>
            <ac:picMk id="11" creationId="{75DAD60F-FAF3-2018-2B8D-E9FE91B2D024}"/>
          </ac:picMkLst>
        </pc:picChg>
      </pc:sldChg>
      <pc:sldChg chg="addSp modSp">
        <pc:chgData name="José Roncero" userId="3ee8af7e1c01d3f9" providerId="Windows Live" clId="Web-{C3F5E065-8322-F8CF-33D7-CCD09C3C9566}" dt="2026-02-03T02:55:06.087" v="727"/>
        <pc:sldMkLst>
          <pc:docMk/>
          <pc:sldMk cId="1725291610" sldId="285"/>
        </pc:sldMkLst>
        <pc:spChg chg="mod">
          <ac:chgData name="José Roncero" userId="3ee8af7e1c01d3f9" providerId="Windows Live" clId="Web-{C3F5E065-8322-F8CF-33D7-CCD09C3C9566}" dt="2026-02-03T01:09:27.055" v="55" actId="20577"/>
          <ac:spMkLst>
            <pc:docMk/>
            <pc:sldMk cId="1725291610" sldId="285"/>
            <ac:spMk id="37" creationId="{69AE2E5A-6A8A-46CC-9BDF-A51A089F175C}"/>
          </ac:spMkLst>
        </pc:spChg>
        <pc:spChg chg="mod">
          <ac:chgData name="José Roncero" userId="3ee8af7e1c01d3f9" providerId="Windows Live" clId="Web-{C3F5E065-8322-F8CF-33D7-CCD09C3C9566}" dt="2026-02-03T01:13:57.370" v="180" actId="20577"/>
          <ac:spMkLst>
            <pc:docMk/>
            <pc:sldMk cId="1725291610" sldId="285"/>
            <ac:spMk id="39" creationId="{E96EFC0D-0E1D-7DE9-1D3F-089AB1F869F9}"/>
          </ac:spMkLst>
        </pc:spChg>
        <pc:picChg chg="add">
          <ac:chgData name="José Roncero" userId="3ee8af7e1c01d3f9" providerId="Windows Live" clId="Web-{C3F5E065-8322-F8CF-33D7-CCD09C3C9566}" dt="2026-02-03T02:55:06.087" v="727"/>
          <ac:picMkLst>
            <pc:docMk/>
            <pc:sldMk cId="1725291610" sldId="285"/>
            <ac:picMk id="4" creationId="{EE521319-1CBA-56D7-AD75-DCD35F306157}"/>
          </ac:picMkLst>
        </pc:picChg>
      </pc:sldChg>
      <pc:sldChg chg="del">
        <pc:chgData name="José Roncero" userId="3ee8af7e1c01d3f9" providerId="Windows Live" clId="Web-{C3F5E065-8322-F8CF-33D7-CCD09C3C9566}" dt="2026-02-03T03:07:59.327" v="794"/>
        <pc:sldMkLst>
          <pc:docMk/>
          <pc:sldMk cId="3960554844" sldId="288"/>
        </pc:sldMkLst>
      </pc:sldChg>
      <pc:sldChg chg="del">
        <pc:chgData name="José Roncero" userId="3ee8af7e1c01d3f9" providerId="Windows Live" clId="Web-{C3F5E065-8322-F8CF-33D7-CCD09C3C9566}" dt="2026-02-03T02:53:50.222" v="723"/>
        <pc:sldMkLst>
          <pc:docMk/>
          <pc:sldMk cId="4132090252" sldId="311"/>
        </pc:sldMkLst>
      </pc:sldChg>
      <pc:sldChg chg="del">
        <pc:chgData name="José Roncero" userId="3ee8af7e1c01d3f9" providerId="Windows Live" clId="Web-{C3F5E065-8322-F8CF-33D7-CCD09C3C9566}" dt="2026-02-03T02:53:54.129" v="724"/>
        <pc:sldMkLst>
          <pc:docMk/>
          <pc:sldMk cId="1557089127" sldId="312"/>
        </pc:sldMkLst>
      </pc:sldChg>
      <pc:sldChg chg="del">
        <pc:chgData name="José Roncero" userId="3ee8af7e1c01d3f9" providerId="Windows Live" clId="Web-{C3F5E065-8322-F8CF-33D7-CCD09C3C9566}" dt="2026-02-03T02:54:06.208" v="726"/>
        <pc:sldMkLst>
          <pc:docMk/>
          <pc:sldMk cId="67239972" sldId="327"/>
        </pc:sldMkLst>
      </pc:sldChg>
      <pc:sldChg chg="del">
        <pc:chgData name="José Roncero" userId="3ee8af7e1c01d3f9" providerId="Windows Live" clId="Web-{C3F5E065-8322-F8CF-33D7-CCD09C3C9566}" dt="2026-02-03T03:08:02.234" v="796"/>
        <pc:sldMkLst>
          <pc:docMk/>
          <pc:sldMk cId="1556780343" sldId="333"/>
        </pc:sldMkLst>
      </pc:sldChg>
      <pc:sldChg chg="del">
        <pc:chgData name="José Roncero" userId="3ee8af7e1c01d3f9" providerId="Windows Live" clId="Web-{C3F5E065-8322-F8CF-33D7-CCD09C3C9566}" dt="2026-02-03T01:08:40.742" v="49"/>
        <pc:sldMkLst>
          <pc:docMk/>
          <pc:sldMk cId="3266056397" sldId="334"/>
        </pc:sldMkLst>
      </pc:sldChg>
      <pc:sldChg chg="del">
        <pc:chgData name="José Roncero" userId="3ee8af7e1c01d3f9" providerId="Windows Live" clId="Web-{C3F5E065-8322-F8CF-33D7-CCD09C3C9566}" dt="2026-02-03T02:54:00.082" v="725"/>
        <pc:sldMkLst>
          <pc:docMk/>
          <pc:sldMk cId="3230126910" sldId="351"/>
        </pc:sldMkLst>
      </pc:sldChg>
      <pc:sldChg chg="del">
        <pc:chgData name="José Roncero" userId="3ee8af7e1c01d3f9" providerId="Windows Live" clId="Web-{C3F5E065-8322-F8CF-33D7-CCD09C3C9566}" dt="2026-02-03T03:08:01.061" v="795"/>
        <pc:sldMkLst>
          <pc:docMk/>
          <pc:sldMk cId="3736720397" sldId="352"/>
        </pc:sldMkLst>
      </pc:sldChg>
      <pc:sldChg chg="addSp delSp modSp add replId">
        <pc:chgData name="José Roncero" userId="3ee8af7e1c01d3f9" providerId="Windows Live" clId="Web-{C3F5E065-8322-F8CF-33D7-CCD09C3C9566}" dt="2026-02-03T02:55:13.650" v="729"/>
        <pc:sldMkLst>
          <pc:docMk/>
          <pc:sldMk cId="1043146481" sldId="353"/>
        </pc:sldMkLst>
        <pc:spChg chg="mod">
          <ac:chgData name="José Roncero" userId="3ee8af7e1c01d3f9" providerId="Windows Live" clId="Web-{C3F5E065-8322-F8CF-33D7-CCD09C3C9566}" dt="2026-02-03T01:59:18.151" v="434" actId="20577"/>
          <ac:spMkLst>
            <pc:docMk/>
            <pc:sldMk cId="1043146481" sldId="353"/>
            <ac:spMk id="31" creationId="{7580560A-8439-8FFF-816C-FE8DEAE17D01}"/>
          </ac:spMkLst>
        </pc:spChg>
        <pc:spChg chg="mod">
          <ac:chgData name="José Roncero" userId="3ee8af7e1c01d3f9" providerId="Windows Live" clId="Web-{C3F5E065-8322-F8CF-33D7-CCD09C3C9566}" dt="2026-02-03T01:35:29.325" v="355" actId="1076"/>
          <ac:spMkLst>
            <pc:docMk/>
            <pc:sldMk cId="1043146481" sldId="353"/>
            <ac:spMk id="68" creationId="{00998D14-17D4-4D9E-3439-7F95691CB0E1}"/>
          </ac:spMkLst>
        </pc:spChg>
        <pc:picChg chg="del mod">
          <ac:chgData name="José Roncero" userId="3ee8af7e1c01d3f9" providerId="Windows Live" clId="Web-{C3F5E065-8322-F8CF-33D7-CCD09C3C9566}" dt="2026-02-03T01:31:46.801" v="349"/>
          <ac:picMkLst>
            <pc:docMk/>
            <pc:sldMk cId="1043146481" sldId="353"/>
            <ac:picMk id="2" creationId="{215AEBE0-DE9D-953A-9496-DA6D79BD750D}"/>
          </ac:picMkLst>
        </pc:picChg>
        <pc:picChg chg="add del mod">
          <ac:chgData name="José Roncero" userId="3ee8af7e1c01d3f9" providerId="Windows Live" clId="Web-{C3F5E065-8322-F8CF-33D7-CCD09C3C9566}" dt="2026-02-03T01:35:40.387" v="356"/>
          <ac:picMkLst>
            <pc:docMk/>
            <pc:sldMk cId="1043146481" sldId="353"/>
            <ac:picMk id="3" creationId="{5010E594-1262-80F3-E182-DB18B335411A}"/>
          </ac:picMkLst>
        </pc:picChg>
        <pc:picChg chg="add mod">
          <ac:chgData name="José Roncero" userId="3ee8af7e1c01d3f9" providerId="Windows Live" clId="Web-{C3F5E065-8322-F8CF-33D7-CCD09C3C9566}" dt="2026-02-03T02:00:07.370" v="438" actId="1076"/>
          <ac:picMkLst>
            <pc:docMk/>
            <pc:sldMk cId="1043146481" sldId="353"/>
            <ac:picMk id="4" creationId="{4FAB47FC-EEF5-0CCC-3E9B-0420FD3A54D7}"/>
          </ac:picMkLst>
        </pc:picChg>
        <pc:picChg chg="add">
          <ac:chgData name="José Roncero" userId="3ee8af7e1c01d3f9" providerId="Windows Live" clId="Web-{C3F5E065-8322-F8CF-33D7-CCD09C3C9566}" dt="2026-02-03T02:55:13.650" v="729"/>
          <ac:picMkLst>
            <pc:docMk/>
            <pc:sldMk cId="1043146481" sldId="353"/>
            <ac:picMk id="6" creationId="{D5F29D53-D711-C3D0-CCA3-61B3D9E11196}"/>
          </ac:picMkLst>
        </pc:picChg>
      </pc:sldChg>
      <pc:sldChg chg="addSp delSp modSp add del replId">
        <pc:chgData name="José Roncero" userId="3ee8af7e1c01d3f9" providerId="Windows Live" clId="Web-{C3F5E065-8322-F8CF-33D7-CCD09C3C9566}" dt="2026-02-03T02:55:16.447" v="730"/>
        <pc:sldMkLst>
          <pc:docMk/>
          <pc:sldMk cId="3459592013" sldId="354"/>
        </pc:sldMkLst>
        <pc:spChg chg="mod">
          <ac:chgData name="José Roncero" userId="3ee8af7e1c01d3f9" providerId="Windows Live" clId="Web-{C3F5E065-8322-F8CF-33D7-CCD09C3C9566}" dt="2026-02-03T02:05:50.452" v="507" actId="1076"/>
          <ac:spMkLst>
            <pc:docMk/>
            <pc:sldMk cId="3459592013" sldId="354"/>
            <ac:spMk id="31" creationId="{561CDB3B-FA21-7BCF-9E10-32BCB3C123DA}"/>
          </ac:spMkLst>
        </pc:spChg>
        <pc:spChg chg="mod">
          <ac:chgData name="José Roncero" userId="3ee8af7e1c01d3f9" providerId="Windows Live" clId="Web-{C3F5E065-8322-F8CF-33D7-CCD09C3C9566}" dt="2026-02-03T02:05:50.436" v="505" actId="1076"/>
          <ac:spMkLst>
            <pc:docMk/>
            <pc:sldMk cId="3459592013" sldId="354"/>
            <ac:spMk id="65" creationId="{F398AF0B-F045-8468-42FC-DF964E2303AB}"/>
          </ac:spMkLst>
        </pc:spChg>
        <pc:spChg chg="mod">
          <ac:chgData name="José Roncero" userId="3ee8af7e1c01d3f9" providerId="Windows Live" clId="Web-{C3F5E065-8322-F8CF-33D7-CCD09C3C9566}" dt="2026-02-03T02:05:50.436" v="506" actId="1076"/>
          <ac:spMkLst>
            <pc:docMk/>
            <pc:sldMk cId="3459592013" sldId="354"/>
            <ac:spMk id="66" creationId="{0CC1716C-FB0F-328F-E126-1679706B0CEB}"/>
          </ac:spMkLst>
        </pc:spChg>
        <pc:spChg chg="add del">
          <ac:chgData name="José Roncero" userId="3ee8af7e1c01d3f9" providerId="Windows Live" clId="Web-{C3F5E065-8322-F8CF-33D7-CCD09C3C9566}" dt="2026-02-03T02:05:18.435" v="502"/>
          <ac:spMkLst>
            <pc:docMk/>
            <pc:sldMk cId="3459592013" sldId="354"/>
            <ac:spMk id="68" creationId="{BAC6330D-435F-E3EF-4403-4D3EDA80AFFD}"/>
          </ac:spMkLst>
        </pc:spChg>
        <pc:spChg chg="add del">
          <ac:chgData name="José Roncero" userId="3ee8af7e1c01d3f9" providerId="Windows Live" clId="Web-{C3F5E065-8322-F8CF-33D7-CCD09C3C9566}" dt="2026-02-03T02:05:23.592" v="503"/>
          <ac:spMkLst>
            <pc:docMk/>
            <pc:sldMk cId="3459592013" sldId="354"/>
            <ac:spMk id="90" creationId="{F2193A01-C99E-21D4-599E-D3A55A240480}"/>
          </ac:spMkLst>
        </pc:spChg>
        <pc:picChg chg="del">
          <ac:chgData name="José Roncero" userId="3ee8af7e1c01d3f9" providerId="Windows Live" clId="Web-{C3F5E065-8322-F8CF-33D7-CCD09C3C9566}" dt="2026-02-03T01:25:56.967" v="284"/>
          <ac:picMkLst>
            <pc:docMk/>
            <pc:sldMk cId="3459592013" sldId="354"/>
            <ac:picMk id="2" creationId="{53354F55-0307-9F63-4E0A-9BA2E779924B}"/>
          </ac:picMkLst>
        </pc:picChg>
        <pc:picChg chg="add del mod">
          <ac:chgData name="José Roncero" userId="3ee8af7e1c01d3f9" providerId="Windows Live" clId="Web-{C3F5E065-8322-F8CF-33D7-CCD09C3C9566}" dt="2026-02-03T02:01:00.308" v="439"/>
          <ac:picMkLst>
            <pc:docMk/>
            <pc:sldMk cId="3459592013" sldId="354"/>
            <ac:picMk id="3" creationId="{EE99157A-B107-4A85-D98B-DA778DDB837C}"/>
          </ac:picMkLst>
        </pc:picChg>
        <pc:picChg chg="add del mod">
          <ac:chgData name="José Roncero" userId="3ee8af7e1c01d3f9" providerId="Windows Live" clId="Web-{C3F5E065-8322-F8CF-33D7-CCD09C3C9566}" dt="2026-02-03T02:01:01.059" v="440"/>
          <ac:picMkLst>
            <pc:docMk/>
            <pc:sldMk cId="3459592013" sldId="354"/>
            <ac:picMk id="4" creationId="{B7270AFA-FF6B-01EA-F7E6-0C9A1DDBFED6}"/>
          </ac:picMkLst>
        </pc:picChg>
        <pc:picChg chg="add del mod">
          <ac:chgData name="José Roncero" userId="3ee8af7e1c01d3f9" providerId="Windows Live" clId="Web-{C3F5E065-8322-F8CF-33D7-CCD09C3C9566}" dt="2026-02-03T02:01:01.793" v="441"/>
          <ac:picMkLst>
            <pc:docMk/>
            <pc:sldMk cId="3459592013" sldId="354"/>
            <ac:picMk id="5" creationId="{AC8F6FD8-50BF-61E2-ACF3-BAA5A5633F27}"/>
          </ac:picMkLst>
        </pc:picChg>
        <pc:picChg chg="add del mod">
          <ac:chgData name="José Roncero" userId="3ee8af7e1c01d3f9" providerId="Windows Live" clId="Web-{C3F5E065-8322-F8CF-33D7-CCD09C3C9566}" dt="2026-02-03T02:01:02.574" v="442"/>
          <ac:picMkLst>
            <pc:docMk/>
            <pc:sldMk cId="3459592013" sldId="354"/>
            <ac:picMk id="6" creationId="{A260A957-1348-5F5E-5848-EB1A88874F0A}"/>
          </ac:picMkLst>
        </pc:picChg>
        <pc:picChg chg="add del mod">
          <ac:chgData name="José Roncero" userId="3ee8af7e1c01d3f9" providerId="Windows Live" clId="Web-{C3F5E065-8322-F8CF-33D7-CCD09C3C9566}" dt="2026-02-03T02:01:03.105" v="443"/>
          <ac:picMkLst>
            <pc:docMk/>
            <pc:sldMk cId="3459592013" sldId="354"/>
            <ac:picMk id="7" creationId="{85E9BE02-6E31-3DA2-C038-17AC7171A062}"/>
          </ac:picMkLst>
        </pc:picChg>
        <pc:picChg chg="add mod">
          <ac:chgData name="José Roncero" userId="3ee8af7e1c01d3f9" providerId="Windows Live" clId="Web-{C3F5E065-8322-F8CF-33D7-CCD09C3C9566}" dt="2026-02-03T02:02:33.548" v="454" actId="1076"/>
          <ac:picMkLst>
            <pc:docMk/>
            <pc:sldMk cId="3459592013" sldId="354"/>
            <ac:picMk id="8" creationId="{CC864E30-08D1-4968-4A20-E230556778E4}"/>
          </ac:picMkLst>
        </pc:picChg>
        <pc:picChg chg="add mod">
          <ac:chgData name="José Roncero" userId="3ee8af7e1c01d3f9" providerId="Windows Live" clId="Web-{C3F5E065-8322-F8CF-33D7-CCD09C3C9566}" dt="2026-02-03T02:02:37.204" v="455" actId="1076"/>
          <ac:picMkLst>
            <pc:docMk/>
            <pc:sldMk cId="3459592013" sldId="354"/>
            <ac:picMk id="9" creationId="{3720F8B7-2BC9-A784-920E-5D120A7CFB3F}"/>
          </ac:picMkLst>
        </pc:picChg>
        <pc:picChg chg="add mod">
          <ac:chgData name="José Roncero" userId="3ee8af7e1c01d3f9" providerId="Windows Live" clId="Web-{C3F5E065-8322-F8CF-33D7-CCD09C3C9566}" dt="2026-02-03T02:04:34.870" v="493" actId="1076"/>
          <ac:picMkLst>
            <pc:docMk/>
            <pc:sldMk cId="3459592013" sldId="354"/>
            <ac:picMk id="10" creationId="{D4C5F761-E355-27FB-EF8E-EDA24D115413}"/>
          </ac:picMkLst>
        </pc:picChg>
        <pc:picChg chg="add">
          <ac:chgData name="José Roncero" userId="3ee8af7e1c01d3f9" providerId="Windows Live" clId="Web-{C3F5E065-8322-F8CF-33D7-CCD09C3C9566}" dt="2026-02-03T02:55:16.447" v="730"/>
          <ac:picMkLst>
            <pc:docMk/>
            <pc:sldMk cId="3459592013" sldId="354"/>
            <ac:picMk id="12" creationId="{1C9C9364-6C92-DAD3-012B-FD2040EC0D21}"/>
          </ac:picMkLst>
        </pc:picChg>
        <pc:picChg chg="add del">
          <ac:chgData name="José Roncero" userId="3ee8af7e1c01d3f9" providerId="Windows Live" clId="Web-{C3F5E065-8322-F8CF-33D7-CCD09C3C9566}" dt="2026-02-03T02:05:17.731" v="501"/>
          <ac:picMkLst>
            <pc:docMk/>
            <pc:sldMk cId="3459592013" sldId="354"/>
            <ac:picMk id="63" creationId="{50703412-900E-073F-81F3-0B3FD9D5DAA5}"/>
          </ac:picMkLst>
        </pc:picChg>
      </pc:sldChg>
      <pc:sldChg chg="addSp delSp modSp add replId">
        <pc:chgData name="José Roncero" userId="3ee8af7e1c01d3f9" providerId="Windows Live" clId="Web-{C3F5E065-8322-F8CF-33D7-CCD09C3C9566}" dt="2026-02-03T02:55:18.635" v="731"/>
        <pc:sldMkLst>
          <pc:docMk/>
          <pc:sldMk cId="673388278" sldId="355"/>
        </pc:sldMkLst>
        <pc:spChg chg="mod">
          <ac:chgData name="José Roncero" userId="3ee8af7e1c01d3f9" providerId="Windows Live" clId="Web-{C3F5E065-8322-F8CF-33D7-CCD09C3C9566}" dt="2026-02-03T02:16:29.515" v="512" actId="1076"/>
          <ac:spMkLst>
            <pc:docMk/>
            <pc:sldMk cId="673388278" sldId="355"/>
            <ac:spMk id="31" creationId="{7C48BFA6-FFBF-4F3F-B777-280897EC7DCD}"/>
          </ac:spMkLst>
        </pc:spChg>
        <pc:picChg chg="add mod">
          <ac:chgData name="José Roncero" userId="3ee8af7e1c01d3f9" providerId="Windows Live" clId="Web-{C3F5E065-8322-F8CF-33D7-CCD09C3C9566}" dt="2026-02-03T02:17:45.500" v="521" actId="1076"/>
          <ac:picMkLst>
            <pc:docMk/>
            <pc:sldMk cId="673388278" sldId="355"/>
            <ac:picMk id="2" creationId="{285AAFDB-01D9-3BC8-7F94-BBE7950123C9}"/>
          </ac:picMkLst>
        </pc:picChg>
        <pc:picChg chg="add mod">
          <ac:chgData name="José Roncero" userId="3ee8af7e1c01d3f9" providerId="Windows Live" clId="Web-{C3F5E065-8322-F8CF-33D7-CCD09C3C9566}" dt="2026-02-03T02:17:42.422" v="520" actId="1076"/>
          <ac:picMkLst>
            <pc:docMk/>
            <pc:sldMk cId="673388278" sldId="355"/>
            <ac:picMk id="3" creationId="{626F0D7C-9A4F-1326-851A-E6F155F2C6CA}"/>
          </ac:picMkLst>
        </pc:picChg>
        <pc:picChg chg="add">
          <ac:chgData name="José Roncero" userId="3ee8af7e1c01d3f9" providerId="Windows Live" clId="Web-{C3F5E065-8322-F8CF-33D7-CCD09C3C9566}" dt="2026-02-03T02:55:18.635" v="731"/>
          <ac:picMkLst>
            <pc:docMk/>
            <pc:sldMk cId="673388278" sldId="355"/>
            <ac:picMk id="5" creationId="{28095911-9492-B3F6-1C5F-0364912C5654}"/>
          </ac:picMkLst>
        </pc:picChg>
        <pc:picChg chg="del">
          <ac:chgData name="José Roncero" userId="3ee8af7e1c01d3f9" providerId="Windows Live" clId="Web-{C3F5E065-8322-F8CF-33D7-CCD09C3C9566}" dt="2026-02-03T02:16:36.062" v="513"/>
          <ac:picMkLst>
            <pc:docMk/>
            <pc:sldMk cId="673388278" sldId="355"/>
            <ac:picMk id="8" creationId="{F76AFA19-0FF6-C952-59A4-2256A5CFDB76}"/>
          </ac:picMkLst>
        </pc:picChg>
        <pc:picChg chg="del">
          <ac:chgData name="José Roncero" userId="3ee8af7e1c01d3f9" providerId="Windows Live" clId="Web-{C3F5E065-8322-F8CF-33D7-CCD09C3C9566}" dt="2026-02-03T02:16:36.734" v="514"/>
          <ac:picMkLst>
            <pc:docMk/>
            <pc:sldMk cId="673388278" sldId="355"/>
            <ac:picMk id="9" creationId="{F4117A26-1F8D-0870-6B85-95C8408EA40B}"/>
          </ac:picMkLst>
        </pc:picChg>
        <pc:picChg chg="del">
          <ac:chgData name="José Roncero" userId="3ee8af7e1c01d3f9" providerId="Windows Live" clId="Web-{C3F5E065-8322-F8CF-33D7-CCD09C3C9566}" dt="2026-02-03T02:16:37.312" v="515"/>
          <ac:picMkLst>
            <pc:docMk/>
            <pc:sldMk cId="673388278" sldId="355"/>
            <ac:picMk id="10" creationId="{96897DD5-CF5E-1397-DBDF-1D82C892F031}"/>
          </ac:picMkLst>
        </pc:picChg>
      </pc:sldChg>
      <pc:sldChg chg="addSp delSp modSp add replId">
        <pc:chgData name="José Roncero" userId="3ee8af7e1c01d3f9" providerId="Windows Live" clId="Web-{C3F5E065-8322-F8CF-33D7-CCD09C3C9566}" dt="2026-02-03T02:55:20.401" v="732"/>
        <pc:sldMkLst>
          <pc:docMk/>
          <pc:sldMk cId="1201286880" sldId="356"/>
        </pc:sldMkLst>
        <pc:spChg chg="mod">
          <ac:chgData name="José Roncero" userId="3ee8af7e1c01d3f9" providerId="Windows Live" clId="Web-{C3F5E065-8322-F8CF-33D7-CCD09C3C9566}" dt="2026-02-03T02:18:19.266" v="535" actId="1076"/>
          <ac:spMkLst>
            <pc:docMk/>
            <pc:sldMk cId="1201286880" sldId="356"/>
            <ac:spMk id="31" creationId="{E50A16F8-651C-068C-0F6D-0F83ED8EE13F}"/>
          </ac:spMkLst>
        </pc:spChg>
        <pc:picChg chg="add mod">
          <ac:chgData name="José Roncero" userId="3ee8af7e1c01d3f9" providerId="Windows Live" clId="Web-{C3F5E065-8322-F8CF-33D7-CCD09C3C9566}" dt="2026-02-03T02:22:06.235" v="569" actId="1076"/>
          <ac:picMkLst>
            <pc:docMk/>
            <pc:sldMk cId="1201286880" sldId="356"/>
            <ac:picMk id="2" creationId="{77915CF9-A58F-0659-6E9D-B4DC476591D5}"/>
          </ac:picMkLst>
        </pc:picChg>
        <pc:picChg chg="add mod">
          <ac:chgData name="José Roncero" userId="3ee8af7e1c01d3f9" providerId="Windows Live" clId="Web-{C3F5E065-8322-F8CF-33D7-CCD09C3C9566}" dt="2026-02-03T02:22:06.251" v="570" actId="1076"/>
          <ac:picMkLst>
            <pc:docMk/>
            <pc:sldMk cId="1201286880" sldId="356"/>
            <ac:picMk id="3" creationId="{AD1D3633-171C-FB9F-201B-48E2F704BB09}"/>
          </ac:picMkLst>
        </pc:picChg>
        <pc:picChg chg="add mod">
          <ac:chgData name="José Roncero" userId="3ee8af7e1c01d3f9" providerId="Windows Live" clId="Web-{C3F5E065-8322-F8CF-33D7-CCD09C3C9566}" dt="2026-02-03T02:22:06.251" v="571" actId="1076"/>
          <ac:picMkLst>
            <pc:docMk/>
            <pc:sldMk cId="1201286880" sldId="356"/>
            <ac:picMk id="4" creationId="{FEF916F8-DF9E-ABEA-8D25-3BD2521EC170}"/>
          </ac:picMkLst>
        </pc:picChg>
        <pc:picChg chg="add mod">
          <ac:chgData name="José Roncero" userId="3ee8af7e1c01d3f9" providerId="Windows Live" clId="Web-{C3F5E065-8322-F8CF-33D7-CCD09C3C9566}" dt="2026-02-03T02:22:06.266" v="572" actId="1076"/>
          <ac:picMkLst>
            <pc:docMk/>
            <pc:sldMk cId="1201286880" sldId="356"/>
            <ac:picMk id="5" creationId="{04F68D33-71A8-AC57-BA7C-498390066F7A}"/>
          </ac:picMkLst>
        </pc:picChg>
        <pc:picChg chg="add mod">
          <ac:chgData name="José Roncero" userId="3ee8af7e1c01d3f9" providerId="Windows Live" clId="Web-{C3F5E065-8322-F8CF-33D7-CCD09C3C9566}" dt="2026-02-03T02:22:06.266" v="573" actId="1076"/>
          <ac:picMkLst>
            <pc:docMk/>
            <pc:sldMk cId="1201286880" sldId="356"/>
            <ac:picMk id="6" creationId="{94481AD4-680F-0814-20A0-885EE54996AE}"/>
          </ac:picMkLst>
        </pc:picChg>
        <pc:picChg chg="add mod">
          <ac:chgData name="José Roncero" userId="3ee8af7e1c01d3f9" providerId="Windows Live" clId="Web-{C3F5E065-8322-F8CF-33D7-CCD09C3C9566}" dt="2026-02-03T02:22:06.282" v="574" actId="1076"/>
          <ac:picMkLst>
            <pc:docMk/>
            <pc:sldMk cId="1201286880" sldId="356"/>
            <ac:picMk id="7" creationId="{1D457F80-B943-1FC3-7BC2-0363F52C4966}"/>
          </ac:picMkLst>
        </pc:picChg>
        <pc:picChg chg="del">
          <ac:chgData name="José Roncero" userId="3ee8af7e1c01d3f9" providerId="Windows Live" clId="Web-{C3F5E065-8322-F8CF-33D7-CCD09C3C9566}" dt="2026-02-03T02:18:21.720" v="536"/>
          <ac:picMkLst>
            <pc:docMk/>
            <pc:sldMk cId="1201286880" sldId="356"/>
            <ac:picMk id="8" creationId="{6B6EDF9F-456D-BB77-FC82-1320498F6CB4}"/>
          </ac:picMkLst>
        </pc:picChg>
        <pc:picChg chg="del">
          <ac:chgData name="José Roncero" userId="3ee8af7e1c01d3f9" providerId="Windows Live" clId="Web-{C3F5E065-8322-F8CF-33D7-CCD09C3C9566}" dt="2026-02-03T02:18:22.313" v="537"/>
          <ac:picMkLst>
            <pc:docMk/>
            <pc:sldMk cId="1201286880" sldId="356"/>
            <ac:picMk id="9" creationId="{9AF8F1A3-114A-65B3-FC4F-F6967E848B29}"/>
          </ac:picMkLst>
        </pc:picChg>
        <pc:picChg chg="del">
          <ac:chgData name="José Roncero" userId="3ee8af7e1c01d3f9" providerId="Windows Live" clId="Web-{C3F5E065-8322-F8CF-33D7-CCD09C3C9566}" dt="2026-02-03T02:18:22.938" v="538"/>
          <ac:picMkLst>
            <pc:docMk/>
            <pc:sldMk cId="1201286880" sldId="356"/>
            <ac:picMk id="10" creationId="{AF220F2F-574D-43B3-8C9C-D18D62179629}"/>
          </ac:picMkLst>
        </pc:picChg>
        <pc:picChg chg="add mod">
          <ac:chgData name="José Roncero" userId="3ee8af7e1c01d3f9" providerId="Windows Live" clId="Web-{C3F5E065-8322-F8CF-33D7-CCD09C3C9566}" dt="2026-02-03T02:22:06.282" v="575" actId="1076"/>
          <ac:picMkLst>
            <pc:docMk/>
            <pc:sldMk cId="1201286880" sldId="356"/>
            <ac:picMk id="11" creationId="{7F702B8A-48F0-AD6A-B022-7BD9C2EE0D61}"/>
          </ac:picMkLst>
        </pc:picChg>
        <pc:picChg chg="add mod">
          <ac:chgData name="José Roncero" userId="3ee8af7e1c01d3f9" providerId="Windows Live" clId="Web-{C3F5E065-8322-F8CF-33D7-CCD09C3C9566}" dt="2026-02-03T02:22:36.284" v="578" actId="14100"/>
          <ac:picMkLst>
            <pc:docMk/>
            <pc:sldMk cId="1201286880" sldId="356"/>
            <ac:picMk id="12" creationId="{DA0D8098-4758-66EC-18E3-F96B9473C92C}"/>
          </ac:picMkLst>
        </pc:picChg>
        <pc:picChg chg="add">
          <ac:chgData name="José Roncero" userId="3ee8af7e1c01d3f9" providerId="Windows Live" clId="Web-{C3F5E065-8322-F8CF-33D7-CCD09C3C9566}" dt="2026-02-03T02:55:20.401" v="732"/>
          <ac:picMkLst>
            <pc:docMk/>
            <pc:sldMk cId="1201286880" sldId="356"/>
            <ac:picMk id="14" creationId="{3BC9B772-C6A0-C17E-3F3F-5FD5286EEE04}"/>
          </ac:picMkLst>
        </pc:picChg>
      </pc:sldChg>
      <pc:sldChg chg="addSp delSp modSp add replId">
        <pc:chgData name="José Roncero" userId="3ee8af7e1c01d3f9" providerId="Windows Live" clId="Web-{C3F5E065-8322-F8CF-33D7-CCD09C3C9566}" dt="2026-02-03T03:12:41.224" v="806"/>
        <pc:sldMkLst>
          <pc:docMk/>
          <pc:sldMk cId="1827509080" sldId="357"/>
        </pc:sldMkLst>
        <pc:spChg chg="mod">
          <ac:chgData name="José Roncero" userId="3ee8af7e1c01d3f9" providerId="Windows Live" clId="Web-{C3F5E065-8322-F8CF-33D7-CCD09C3C9566}" dt="2026-02-03T02:30:01.813" v="606" actId="14100"/>
          <ac:spMkLst>
            <pc:docMk/>
            <pc:sldMk cId="1827509080" sldId="357"/>
            <ac:spMk id="31" creationId="{D415302C-EF1A-330F-1849-7EDC87389ED1}"/>
          </ac:spMkLst>
        </pc:spChg>
        <pc:picChg chg="del">
          <ac:chgData name="José Roncero" userId="3ee8af7e1c01d3f9" providerId="Windows Live" clId="Web-{C3F5E065-8322-F8CF-33D7-CCD09C3C9566}" dt="2026-02-03T02:29:30.109" v="587"/>
          <ac:picMkLst>
            <pc:docMk/>
            <pc:sldMk cId="1827509080" sldId="357"/>
            <ac:picMk id="2" creationId="{C1E4F0B2-DEFC-6477-B702-2ED2529CF74F}"/>
          </ac:picMkLst>
        </pc:picChg>
        <pc:picChg chg="del">
          <ac:chgData name="José Roncero" userId="3ee8af7e1c01d3f9" providerId="Windows Live" clId="Web-{C3F5E065-8322-F8CF-33D7-CCD09C3C9566}" dt="2026-02-03T02:29:30.109" v="586"/>
          <ac:picMkLst>
            <pc:docMk/>
            <pc:sldMk cId="1827509080" sldId="357"/>
            <ac:picMk id="3" creationId="{830E0E42-C974-4C36-30D3-7BDDA9967792}"/>
          </ac:picMkLst>
        </pc:picChg>
        <pc:picChg chg="del">
          <ac:chgData name="José Roncero" userId="3ee8af7e1c01d3f9" providerId="Windows Live" clId="Web-{C3F5E065-8322-F8CF-33D7-CCD09C3C9566}" dt="2026-02-03T02:29:30.109" v="585"/>
          <ac:picMkLst>
            <pc:docMk/>
            <pc:sldMk cId="1827509080" sldId="357"/>
            <ac:picMk id="4" creationId="{DC38B806-8C2B-1335-F281-16E4861BC716}"/>
          </ac:picMkLst>
        </pc:picChg>
        <pc:picChg chg="del">
          <ac:chgData name="José Roncero" userId="3ee8af7e1c01d3f9" providerId="Windows Live" clId="Web-{C3F5E065-8322-F8CF-33D7-CCD09C3C9566}" dt="2026-02-03T02:29:30.109" v="584"/>
          <ac:picMkLst>
            <pc:docMk/>
            <pc:sldMk cId="1827509080" sldId="357"/>
            <ac:picMk id="5" creationId="{3247C709-8DDC-56D8-2849-6D86D50552B3}"/>
          </ac:picMkLst>
        </pc:picChg>
        <pc:picChg chg="del">
          <ac:chgData name="José Roncero" userId="3ee8af7e1c01d3f9" providerId="Windows Live" clId="Web-{C3F5E065-8322-F8CF-33D7-CCD09C3C9566}" dt="2026-02-03T02:29:30.109" v="583"/>
          <ac:picMkLst>
            <pc:docMk/>
            <pc:sldMk cId="1827509080" sldId="357"/>
            <ac:picMk id="6" creationId="{6D27A79F-C196-0333-7D4A-84A7267321FE}"/>
          </ac:picMkLst>
        </pc:picChg>
        <pc:picChg chg="del">
          <ac:chgData name="José Roncero" userId="3ee8af7e1c01d3f9" providerId="Windows Live" clId="Web-{C3F5E065-8322-F8CF-33D7-CCD09C3C9566}" dt="2026-02-03T02:29:30.109" v="582"/>
          <ac:picMkLst>
            <pc:docMk/>
            <pc:sldMk cId="1827509080" sldId="357"/>
            <ac:picMk id="7" creationId="{E973FBFA-F550-7ED4-AA61-A2CF22D1818B}"/>
          </ac:picMkLst>
        </pc:picChg>
        <pc:picChg chg="add mod">
          <ac:chgData name="José Roncero" userId="3ee8af7e1c01d3f9" providerId="Windows Live" clId="Web-{C3F5E065-8322-F8CF-33D7-CCD09C3C9566}" dt="2026-02-03T02:50:40.091" v="701" actId="1076"/>
          <ac:picMkLst>
            <pc:docMk/>
            <pc:sldMk cId="1827509080" sldId="357"/>
            <ac:picMk id="8" creationId="{B6685A1A-5F08-7382-F83E-E686B5A2EBA8}"/>
          </ac:picMkLst>
        </pc:picChg>
        <pc:picChg chg="add mod">
          <ac:chgData name="José Roncero" userId="3ee8af7e1c01d3f9" providerId="Windows Live" clId="Web-{C3F5E065-8322-F8CF-33D7-CCD09C3C9566}" dt="2026-02-03T02:50:40.106" v="702" actId="1076"/>
          <ac:picMkLst>
            <pc:docMk/>
            <pc:sldMk cId="1827509080" sldId="357"/>
            <ac:picMk id="9" creationId="{A3B689D2-2409-5DCC-D219-FF793321963A}"/>
          </ac:picMkLst>
        </pc:picChg>
        <pc:picChg chg="add mod">
          <ac:chgData name="José Roncero" userId="3ee8af7e1c01d3f9" providerId="Windows Live" clId="Web-{C3F5E065-8322-F8CF-33D7-CCD09C3C9566}" dt="2026-02-03T02:50:40.122" v="703" actId="1076"/>
          <ac:picMkLst>
            <pc:docMk/>
            <pc:sldMk cId="1827509080" sldId="357"/>
            <ac:picMk id="10" creationId="{AEBD14DD-F8FA-2B84-F592-2C756905B659}"/>
          </ac:picMkLst>
        </pc:picChg>
        <pc:picChg chg="del">
          <ac:chgData name="José Roncero" userId="3ee8af7e1c01d3f9" providerId="Windows Live" clId="Web-{C3F5E065-8322-F8CF-33D7-CCD09C3C9566}" dt="2026-02-03T02:29:30.109" v="581"/>
          <ac:picMkLst>
            <pc:docMk/>
            <pc:sldMk cId="1827509080" sldId="357"/>
            <ac:picMk id="11" creationId="{F781E9A0-9777-EA5B-BC34-6E6A9B9204DA}"/>
          </ac:picMkLst>
        </pc:picChg>
        <pc:picChg chg="del">
          <ac:chgData name="José Roncero" userId="3ee8af7e1c01d3f9" providerId="Windows Live" clId="Web-{C3F5E065-8322-F8CF-33D7-CCD09C3C9566}" dt="2026-02-03T02:29:30.109" v="580"/>
          <ac:picMkLst>
            <pc:docMk/>
            <pc:sldMk cId="1827509080" sldId="357"/>
            <ac:picMk id="12" creationId="{7DBC92E0-481D-07A4-F2CB-A2748F20FE5F}"/>
          </ac:picMkLst>
        </pc:picChg>
        <pc:picChg chg="add del mod">
          <ac:chgData name="José Roncero" userId="3ee8af7e1c01d3f9" providerId="Windows Live" clId="Web-{C3F5E065-8322-F8CF-33D7-CCD09C3C9566}" dt="2026-02-03T02:48:04.912" v="660"/>
          <ac:picMkLst>
            <pc:docMk/>
            <pc:sldMk cId="1827509080" sldId="357"/>
            <ac:picMk id="13" creationId="{1CE11D3E-6A5C-A7A2-0702-F91B2EBE41A5}"/>
          </ac:picMkLst>
        </pc:picChg>
        <pc:picChg chg="add del mod">
          <ac:chgData name="José Roncero" userId="3ee8af7e1c01d3f9" providerId="Windows Live" clId="Web-{C3F5E065-8322-F8CF-33D7-CCD09C3C9566}" dt="2026-02-03T02:48:06.506" v="662"/>
          <ac:picMkLst>
            <pc:docMk/>
            <pc:sldMk cId="1827509080" sldId="357"/>
            <ac:picMk id="14" creationId="{710CB3C4-3DE0-D4CD-0DEF-D6AB054E5AB9}"/>
          </ac:picMkLst>
        </pc:picChg>
        <pc:picChg chg="add del mod">
          <ac:chgData name="José Roncero" userId="3ee8af7e1c01d3f9" providerId="Windows Live" clId="Web-{C3F5E065-8322-F8CF-33D7-CCD09C3C9566}" dt="2026-02-03T02:48:05.662" v="661"/>
          <ac:picMkLst>
            <pc:docMk/>
            <pc:sldMk cId="1827509080" sldId="357"/>
            <ac:picMk id="15" creationId="{6ADACA3C-9345-18E7-9409-84E2AE818F45}"/>
          </ac:picMkLst>
        </pc:picChg>
        <pc:picChg chg="add del mod">
          <ac:chgData name="José Roncero" userId="3ee8af7e1c01d3f9" providerId="Windows Live" clId="Web-{C3F5E065-8322-F8CF-33D7-CCD09C3C9566}" dt="2026-02-03T02:34:15.520" v="637"/>
          <ac:picMkLst>
            <pc:docMk/>
            <pc:sldMk cId="1827509080" sldId="357"/>
            <ac:picMk id="16" creationId="{D67CFE2F-369D-888D-36A8-DB76E7DBD8B7}"/>
          </ac:picMkLst>
        </pc:picChg>
        <pc:picChg chg="add del mod">
          <ac:chgData name="José Roncero" userId="3ee8af7e1c01d3f9" providerId="Windows Live" clId="Web-{C3F5E065-8322-F8CF-33D7-CCD09C3C9566}" dt="2026-02-03T02:50:12.481" v="697"/>
          <ac:picMkLst>
            <pc:docMk/>
            <pc:sldMk cId="1827509080" sldId="357"/>
            <ac:picMk id="17" creationId="{EE368E90-D474-8FCD-295D-495665EB3B0C}"/>
          </ac:picMkLst>
        </pc:picChg>
        <pc:picChg chg="add del mod">
          <ac:chgData name="José Roncero" userId="3ee8af7e1c01d3f9" providerId="Windows Live" clId="Web-{C3F5E065-8322-F8CF-33D7-CCD09C3C9566}" dt="2026-02-03T02:50:13.465" v="698"/>
          <ac:picMkLst>
            <pc:docMk/>
            <pc:sldMk cId="1827509080" sldId="357"/>
            <ac:picMk id="18" creationId="{5740A65F-1BED-C0B5-1134-C8D8F2E1456A}"/>
          </ac:picMkLst>
        </pc:picChg>
        <pc:picChg chg="add mod">
          <ac:chgData name="José Roncero" userId="3ee8af7e1c01d3f9" providerId="Windows Live" clId="Web-{C3F5E065-8322-F8CF-33D7-CCD09C3C9566}" dt="2026-02-03T02:50:56.325" v="708" actId="1076"/>
          <ac:picMkLst>
            <pc:docMk/>
            <pc:sldMk cId="1827509080" sldId="357"/>
            <ac:picMk id="19" creationId="{AD2426A1-345C-B9D5-3DD8-7AE808C287BC}"/>
          </ac:picMkLst>
        </pc:picChg>
        <pc:picChg chg="add mod">
          <ac:chgData name="José Roncero" userId="3ee8af7e1c01d3f9" providerId="Windows Live" clId="Web-{C3F5E065-8322-F8CF-33D7-CCD09C3C9566}" dt="2026-02-03T02:50:52.638" v="707" actId="1076"/>
          <ac:picMkLst>
            <pc:docMk/>
            <pc:sldMk cId="1827509080" sldId="357"/>
            <ac:picMk id="21" creationId="{5688383C-A46A-0F59-9EE2-8687B459FEE5}"/>
          </ac:picMkLst>
        </pc:picChg>
        <pc:picChg chg="add del">
          <ac:chgData name="José Roncero" userId="3ee8af7e1c01d3f9" providerId="Windows Live" clId="Web-{C3F5E065-8322-F8CF-33D7-CCD09C3C9566}" dt="2026-02-03T03:12:41.224" v="806"/>
          <ac:picMkLst>
            <pc:docMk/>
            <pc:sldMk cId="1827509080" sldId="357"/>
            <ac:picMk id="23" creationId="{7041778C-98AC-5D20-21E0-CF52C3E398B2}"/>
          </ac:picMkLst>
        </pc:picChg>
        <pc:picChg chg="add">
          <ac:chgData name="José Roncero" userId="3ee8af7e1c01d3f9" providerId="Windows Live" clId="Web-{C3F5E065-8322-F8CF-33D7-CCD09C3C9566}" dt="2026-02-03T03:12:26.083" v="804"/>
          <ac:picMkLst>
            <pc:docMk/>
            <pc:sldMk cId="1827509080" sldId="357"/>
            <ac:picMk id="25" creationId="{0D2B8638-743F-A81A-A670-3635DEBF9C4B}"/>
          </ac:picMkLst>
        </pc:picChg>
      </pc:sldChg>
      <pc:sldChg chg="addSp delSp modSp add replId">
        <pc:chgData name="José Roncero" userId="3ee8af7e1c01d3f9" providerId="Windows Live" clId="Web-{C3F5E065-8322-F8CF-33D7-CCD09C3C9566}" dt="2026-02-03T03:12:23.099" v="803"/>
        <pc:sldMkLst>
          <pc:docMk/>
          <pc:sldMk cId="2150672249" sldId="358"/>
        </pc:sldMkLst>
        <pc:spChg chg="mod">
          <ac:chgData name="José Roncero" userId="3ee8af7e1c01d3f9" providerId="Windows Live" clId="Web-{C3F5E065-8322-F8CF-33D7-CCD09C3C9566}" dt="2026-02-03T02:53:22.641" v="722" actId="20577"/>
          <ac:spMkLst>
            <pc:docMk/>
            <pc:sldMk cId="2150672249" sldId="358"/>
            <ac:spMk id="31" creationId="{B7234E48-EAF8-CBB5-E3F5-E9CA1A360149}"/>
          </ac:spMkLst>
        </pc:spChg>
        <pc:spChg chg="mod">
          <ac:chgData name="José Roncero" userId="3ee8af7e1c01d3f9" providerId="Windows Live" clId="Web-{C3F5E065-8322-F8CF-33D7-CCD09C3C9566}" dt="2026-02-03T02:49:58.824" v="694" actId="1076"/>
          <ac:spMkLst>
            <pc:docMk/>
            <pc:sldMk cId="2150672249" sldId="358"/>
            <ac:spMk id="65" creationId="{C03888A0-96EC-F118-8D58-FC41CE136DA4}"/>
          </ac:spMkLst>
        </pc:spChg>
        <pc:spChg chg="mod">
          <ac:chgData name="José Roncero" userId="3ee8af7e1c01d3f9" providerId="Windows Live" clId="Web-{C3F5E065-8322-F8CF-33D7-CCD09C3C9566}" dt="2026-02-03T02:49:58.824" v="695" actId="1076"/>
          <ac:spMkLst>
            <pc:docMk/>
            <pc:sldMk cId="2150672249" sldId="358"/>
            <ac:spMk id="66" creationId="{9873B0E0-5139-E0CF-312F-539C294B6FD2}"/>
          </ac:spMkLst>
        </pc:spChg>
        <pc:picChg chg="add del">
          <ac:chgData name="José Roncero" userId="3ee8af7e1c01d3f9" providerId="Windows Live" clId="Web-{C3F5E065-8322-F8CF-33D7-CCD09C3C9566}" dt="2026-02-03T03:12:23.099" v="803"/>
          <ac:picMkLst>
            <pc:docMk/>
            <pc:sldMk cId="2150672249" sldId="358"/>
            <ac:picMk id="3" creationId="{890D50B0-1567-A498-A38A-F2111A891C7F}"/>
          </ac:picMkLst>
        </pc:picChg>
        <pc:picChg chg="add">
          <ac:chgData name="José Roncero" userId="3ee8af7e1c01d3f9" providerId="Windows Live" clId="Web-{C3F5E065-8322-F8CF-33D7-CCD09C3C9566}" dt="2026-02-03T03:12:21.224" v="802"/>
          <ac:picMkLst>
            <pc:docMk/>
            <pc:sldMk cId="2150672249" sldId="358"/>
            <ac:picMk id="5" creationId="{E160CB6F-BCEB-C0AC-D62A-735C9EA81B04}"/>
          </ac:picMkLst>
        </pc:picChg>
        <pc:picChg chg="del">
          <ac:chgData name="José Roncero" userId="3ee8af7e1c01d3f9" providerId="Windows Live" clId="Web-{C3F5E065-8322-F8CF-33D7-CCD09C3C9566}" dt="2026-02-03T02:49:07.960" v="670"/>
          <ac:picMkLst>
            <pc:docMk/>
            <pc:sldMk cId="2150672249" sldId="358"/>
            <ac:picMk id="8" creationId="{39C62A8B-55AB-D875-A9DD-B9335C18A82B}"/>
          </ac:picMkLst>
        </pc:picChg>
        <pc:picChg chg="del">
          <ac:chgData name="José Roncero" userId="3ee8af7e1c01d3f9" providerId="Windows Live" clId="Web-{C3F5E065-8322-F8CF-33D7-CCD09C3C9566}" dt="2026-02-03T02:49:08.694" v="671"/>
          <ac:picMkLst>
            <pc:docMk/>
            <pc:sldMk cId="2150672249" sldId="358"/>
            <ac:picMk id="9" creationId="{5CF2E5D4-8DCF-35F0-1B29-7BF2305EC62A}"/>
          </ac:picMkLst>
        </pc:picChg>
        <pc:picChg chg="del">
          <ac:chgData name="José Roncero" userId="3ee8af7e1c01d3f9" providerId="Windows Live" clId="Web-{C3F5E065-8322-F8CF-33D7-CCD09C3C9566}" dt="2026-02-03T02:49:09.085" v="672"/>
          <ac:picMkLst>
            <pc:docMk/>
            <pc:sldMk cId="2150672249" sldId="358"/>
            <ac:picMk id="10" creationId="{708F8DED-3758-1BC1-4161-9B2907CCD74E}"/>
          </ac:picMkLst>
        </pc:picChg>
        <pc:picChg chg="del">
          <ac:chgData name="José Roncero" userId="3ee8af7e1c01d3f9" providerId="Windows Live" clId="Web-{C3F5E065-8322-F8CF-33D7-CCD09C3C9566}" dt="2026-02-03T02:52:49.686" v="709"/>
          <ac:picMkLst>
            <pc:docMk/>
            <pc:sldMk cId="2150672249" sldId="358"/>
            <ac:picMk id="13" creationId="{02B175C5-DD87-5515-AF7C-4F30ADAE2033}"/>
          </ac:picMkLst>
        </pc:picChg>
        <pc:picChg chg="mod">
          <ac:chgData name="José Roncero" userId="3ee8af7e1c01d3f9" providerId="Windows Live" clId="Web-{C3F5E065-8322-F8CF-33D7-CCD09C3C9566}" dt="2026-02-03T02:55:30.558" v="735" actId="1076"/>
          <ac:picMkLst>
            <pc:docMk/>
            <pc:sldMk cId="2150672249" sldId="358"/>
            <ac:picMk id="14" creationId="{6ECB5B1B-16F5-08E8-B33D-105A73AD41FB}"/>
          </ac:picMkLst>
        </pc:picChg>
        <pc:picChg chg="mod">
          <ac:chgData name="José Roncero" userId="3ee8af7e1c01d3f9" providerId="Windows Live" clId="Web-{C3F5E065-8322-F8CF-33D7-CCD09C3C9566}" dt="2026-02-03T02:55:31.745" v="736" actId="1076"/>
          <ac:picMkLst>
            <pc:docMk/>
            <pc:sldMk cId="2150672249" sldId="358"/>
            <ac:picMk id="15" creationId="{8A3E4B8A-AC7A-D5A8-8624-872EED00A8E4}"/>
          </ac:picMkLst>
        </pc:picChg>
        <pc:picChg chg="mod">
          <ac:chgData name="José Roncero" userId="3ee8af7e1c01d3f9" providerId="Windows Live" clId="Web-{C3F5E065-8322-F8CF-33D7-CCD09C3C9566}" dt="2026-02-03T02:53:10.968" v="716" actId="1076"/>
          <ac:picMkLst>
            <pc:docMk/>
            <pc:sldMk cId="2150672249" sldId="358"/>
            <ac:picMk id="17" creationId="{AFF74550-D8CE-95A4-616C-8692E6EC3FD9}"/>
          </ac:picMkLst>
        </pc:picChg>
        <pc:picChg chg="del">
          <ac:chgData name="José Roncero" userId="3ee8af7e1c01d3f9" providerId="Windows Live" clId="Web-{C3F5E065-8322-F8CF-33D7-CCD09C3C9566}" dt="2026-02-03T02:53:01.093" v="713"/>
          <ac:picMkLst>
            <pc:docMk/>
            <pc:sldMk cId="2150672249" sldId="358"/>
            <ac:picMk id="18" creationId="{CAB55BC9-A7E4-472E-1C3F-AA839FA9382F}"/>
          </ac:picMkLst>
        </pc:picChg>
      </pc:sldChg>
      <pc:sldChg chg="addSp delSp modSp add ord replId">
        <pc:chgData name="José Roncero" userId="3ee8af7e1c01d3f9" providerId="Windows Live" clId="Web-{C3F5E065-8322-F8CF-33D7-CCD09C3C9566}" dt="2026-02-03T03:12:18.318" v="801"/>
        <pc:sldMkLst>
          <pc:docMk/>
          <pc:sldMk cId="3402724453" sldId="359"/>
        </pc:sldMkLst>
        <pc:spChg chg="mod">
          <ac:chgData name="José Roncero" userId="3ee8af7e1c01d3f9" providerId="Windows Live" clId="Web-{C3F5E065-8322-F8CF-33D7-CCD09C3C9566}" dt="2026-02-03T03:02:36.717" v="792" actId="1076"/>
          <ac:spMkLst>
            <pc:docMk/>
            <pc:sldMk cId="3402724453" sldId="359"/>
            <ac:spMk id="31" creationId="{09BE9BE0-5176-11DC-72CF-766F6AD2DC50}"/>
          </ac:spMkLst>
        </pc:spChg>
        <pc:picChg chg="add mod">
          <ac:chgData name="José Roncero" userId="3ee8af7e1c01d3f9" providerId="Windows Live" clId="Web-{C3F5E065-8322-F8CF-33D7-CCD09C3C9566}" dt="2026-02-03T02:58:20.347" v="765" actId="1076"/>
          <ac:picMkLst>
            <pc:docMk/>
            <pc:sldMk cId="3402724453" sldId="359"/>
            <ac:picMk id="2" creationId="{C9714833-3E40-D6B3-9ACB-0BD1D78AE123}"/>
          </ac:picMkLst>
        </pc:picChg>
        <pc:picChg chg="add mod">
          <ac:chgData name="José Roncero" userId="3ee8af7e1c01d3f9" providerId="Windows Live" clId="Web-{C3F5E065-8322-F8CF-33D7-CCD09C3C9566}" dt="2026-02-03T02:58:20.347" v="766" actId="1076"/>
          <ac:picMkLst>
            <pc:docMk/>
            <pc:sldMk cId="3402724453" sldId="359"/>
            <ac:picMk id="3" creationId="{9EAD2E6C-CA74-55E5-4696-7BAEEB98EC30}"/>
          </ac:picMkLst>
        </pc:picChg>
        <pc:picChg chg="add mod">
          <ac:chgData name="José Roncero" userId="3ee8af7e1c01d3f9" providerId="Windows Live" clId="Web-{C3F5E065-8322-F8CF-33D7-CCD09C3C9566}" dt="2026-02-03T02:58:20.363" v="767" actId="1076"/>
          <ac:picMkLst>
            <pc:docMk/>
            <pc:sldMk cId="3402724453" sldId="359"/>
            <ac:picMk id="4" creationId="{5081945A-4129-FACF-4DA7-14F324BA18A5}"/>
          </ac:picMkLst>
        </pc:picChg>
        <pc:picChg chg="add mod">
          <ac:chgData name="José Roncero" userId="3ee8af7e1c01d3f9" providerId="Windows Live" clId="Web-{C3F5E065-8322-F8CF-33D7-CCD09C3C9566}" dt="2026-02-03T02:58:20.363" v="768" actId="1076"/>
          <ac:picMkLst>
            <pc:docMk/>
            <pc:sldMk cId="3402724453" sldId="359"/>
            <ac:picMk id="5" creationId="{EAE5A1E0-B975-B176-74CD-F628374F2101}"/>
          </ac:picMkLst>
        </pc:picChg>
        <pc:picChg chg="add mod">
          <ac:chgData name="José Roncero" userId="3ee8af7e1c01d3f9" providerId="Windows Live" clId="Web-{C3F5E065-8322-F8CF-33D7-CCD09C3C9566}" dt="2026-02-03T02:58:20.363" v="769" actId="1076"/>
          <ac:picMkLst>
            <pc:docMk/>
            <pc:sldMk cId="3402724453" sldId="359"/>
            <ac:picMk id="6" creationId="{C6B829B4-36A7-EB5D-255F-F4A3C453B7ED}"/>
          </ac:picMkLst>
        </pc:picChg>
        <pc:picChg chg="add mod">
          <ac:chgData name="José Roncero" userId="3ee8af7e1c01d3f9" providerId="Windows Live" clId="Web-{C3F5E065-8322-F8CF-33D7-CCD09C3C9566}" dt="2026-02-03T02:59:07.271" v="774" actId="14100"/>
          <ac:picMkLst>
            <pc:docMk/>
            <pc:sldMk cId="3402724453" sldId="359"/>
            <ac:picMk id="7" creationId="{AFE21234-AA78-8FF7-B199-919F3D4D0459}"/>
          </ac:picMkLst>
        </pc:picChg>
        <pc:picChg chg="del">
          <ac:chgData name="José Roncero" userId="3ee8af7e1c01d3f9" providerId="Windows Live" clId="Web-{C3F5E065-8322-F8CF-33D7-CCD09C3C9566}" dt="2026-02-03T02:56:14.123" v="739"/>
          <ac:picMkLst>
            <pc:docMk/>
            <pc:sldMk cId="3402724453" sldId="359"/>
            <ac:picMk id="8" creationId="{6C381E14-3085-2A72-6214-188B5AE1E474}"/>
          </ac:picMkLst>
        </pc:picChg>
        <pc:picChg chg="del">
          <ac:chgData name="José Roncero" userId="3ee8af7e1c01d3f9" providerId="Windows Live" clId="Web-{C3F5E065-8322-F8CF-33D7-CCD09C3C9566}" dt="2026-02-03T02:56:15.248" v="740"/>
          <ac:picMkLst>
            <pc:docMk/>
            <pc:sldMk cId="3402724453" sldId="359"/>
            <ac:picMk id="9" creationId="{AEF1E79B-3474-0E5B-D4EF-24ABBD186185}"/>
          </ac:picMkLst>
        </pc:picChg>
        <pc:picChg chg="del">
          <ac:chgData name="José Roncero" userId="3ee8af7e1c01d3f9" providerId="Windows Live" clId="Web-{C3F5E065-8322-F8CF-33D7-CCD09C3C9566}" dt="2026-02-03T02:56:15.607" v="741"/>
          <ac:picMkLst>
            <pc:docMk/>
            <pc:sldMk cId="3402724453" sldId="359"/>
            <ac:picMk id="10" creationId="{670400B4-6375-4BA4-3A36-500713722E13}"/>
          </ac:picMkLst>
        </pc:picChg>
        <pc:picChg chg="add">
          <ac:chgData name="José Roncero" userId="3ee8af7e1c01d3f9" providerId="Windows Live" clId="Web-{C3F5E065-8322-F8CF-33D7-CCD09C3C9566}" dt="2026-02-03T03:12:18.318" v="801"/>
          <ac:picMkLst>
            <pc:docMk/>
            <pc:sldMk cId="3402724453" sldId="359"/>
            <ac:picMk id="12" creationId="{A8B88794-AEF6-C95A-1A11-45E648B33EAC}"/>
          </ac:picMkLst>
        </pc:picChg>
        <pc:picChg chg="del">
          <ac:chgData name="José Roncero" userId="3ee8af7e1c01d3f9" providerId="Windows Live" clId="Web-{C3F5E065-8322-F8CF-33D7-CCD09C3C9566}" dt="2026-02-03T02:56:17.514" v="743"/>
          <ac:picMkLst>
            <pc:docMk/>
            <pc:sldMk cId="3402724453" sldId="359"/>
            <ac:picMk id="19" creationId="{2D5D3679-CD7E-C2BB-85CD-D1CEC0E470AA}"/>
          </ac:picMkLst>
        </pc:picChg>
        <pc:picChg chg="del">
          <ac:chgData name="José Roncero" userId="3ee8af7e1c01d3f9" providerId="Windows Live" clId="Web-{C3F5E065-8322-F8CF-33D7-CCD09C3C9566}" dt="2026-02-03T02:56:16.170" v="742"/>
          <ac:picMkLst>
            <pc:docMk/>
            <pc:sldMk cId="3402724453" sldId="359"/>
            <ac:picMk id="21" creationId="{76AF5AAC-7EE4-9DAB-2D3C-556342BA7158}"/>
          </ac:picMkLst>
        </pc:picChg>
        <pc:picChg chg="del mod">
          <ac:chgData name="José Roncero" userId="3ee8af7e1c01d3f9" providerId="Windows Live" clId="Web-{C3F5E065-8322-F8CF-33D7-CCD09C3C9566}" dt="2026-02-03T03:12:17.911" v="800"/>
          <ac:picMkLst>
            <pc:docMk/>
            <pc:sldMk cId="3402724453" sldId="359"/>
            <ac:picMk id="23" creationId="{AA268C90-23CA-D44C-4CD3-5326C1E9BAF5}"/>
          </ac:picMkLst>
        </pc:picChg>
        <pc:picChg chg="mod">
          <ac:chgData name="José Roncero" userId="3ee8af7e1c01d3f9" providerId="Windows Live" clId="Web-{C3F5E065-8322-F8CF-33D7-CCD09C3C9566}" dt="2026-02-03T03:01:03.384" v="776" actId="1076"/>
          <ac:picMkLst>
            <pc:docMk/>
            <pc:sldMk cId="3402724453" sldId="359"/>
            <ac:picMk id="63" creationId="{73023DF5-44CF-DD0A-C603-5F8782BD04FB}"/>
          </ac:picMkLst>
        </pc:picChg>
      </pc:sldChg>
    </pc:docChg>
  </pc:docChgLst>
  <pc:docChgLst>
    <pc:chgData name="José Roncero" userId="3ee8af7e1c01d3f9" providerId="Windows Live" clId="Web-{C8EC830A-F5DB-7C81-6535-C63EFB7025A5}"/>
    <pc:docChg chg="addSld modSld">
      <pc:chgData name="José Roncero" userId="3ee8af7e1c01d3f9" providerId="Windows Live" clId="Web-{C8EC830A-F5DB-7C81-6535-C63EFB7025A5}" dt="2026-02-04T01:47:37.456" v="49" actId="14100"/>
      <pc:docMkLst>
        <pc:docMk/>
      </pc:docMkLst>
      <pc:sldChg chg="addSp delSp modSp add replId">
        <pc:chgData name="José Roncero" userId="3ee8af7e1c01d3f9" providerId="Windows Live" clId="Web-{C8EC830A-F5DB-7C81-6535-C63EFB7025A5}" dt="2026-02-04T01:47:37.456" v="49" actId="14100"/>
        <pc:sldMkLst>
          <pc:docMk/>
          <pc:sldMk cId="2330353843" sldId="360"/>
        </pc:sldMkLst>
        <pc:spChg chg="mod">
          <ac:chgData name="José Roncero" userId="3ee8af7e1c01d3f9" providerId="Windows Live" clId="Web-{C8EC830A-F5DB-7C81-6535-C63EFB7025A5}" dt="2026-02-04T01:35:18.971" v="27" actId="1076"/>
          <ac:spMkLst>
            <pc:docMk/>
            <pc:sldMk cId="2330353843" sldId="360"/>
            <ac:spMk id="31" creationId="{0F8B5AF1-93E2-6A7C-B141-BDD560C0A659}"/>
          </ac:spMkLst>
        </pc:spChg>
        <pc:spChg chg="mod">
          <ac:chgData name="José Roncero" userId="3ee8af7e1c01d3f9" providerId="Windows Live" clId="Web-{C8EC830A-F5DB-7C81-6535-C63EFB7025A5}" dt="2026-02-04T01:35:18.971" v="25" actId="1076"/>
          <ac:spMkLst>
            <pc:docMk/>
            <pc:sldMk cId="2330353843" sldId="360"/>
            <ac:spMk id="65" creationId="{9B57D956-4DB5-2088-FC32-5E6ADBEF40D3}"/>
          </ac:spMkLst>
        </pc:spChg>
        <pc:spChg chg="mod">
          <ac:chgData name="José Roncero" userId="3ee8af7e1c01d3f9" providerId="Windows Live" clId="Web-{C8EC830A-F5DB-7C81-6535-C63EFB7025A5}" dt="2026-02-04T01:35:18.971" v="26" actId="1076"/>
          <ac:spMkLst>
            <pc:docMk/>
            <pc:sldMk cId="2330353843" sldId="360"/>
            <ac:spMk id="66" creationId="{52FEA6AA-1554-D60E-0CDB-F34CE204712F}"/>
          </ac:spMkLst>
        </pc:spChg>
        <pc:picChg chg="add mod">
          <ac:chgData name="José Roncero" userId="3ee8af7e1c01d3f9" providerId="Windows Live" clId="Web-{C8EC830A-F5DB-7C81-6535-C63EFB7025A5}" dt="2026-02-04T01:47:14.986" v="44" actId="1076"/>
          <ac:picMkLst>
            <pc:docMk/>
            <pc:sldMk cId="2330353843" sldId="360"/>
            <ac:picMk id="2" creationId="{F997FC42-7FF1-5626-5046-D6C65C1765E2}"/>
          </ac:picMkLst>
        </pc:picChg>
        <pc:picChg chg="add del mod">
          <ac:chgData name="José Roncero" userId="3ee8af7e1c01d3f9" providerId="Windows Live" clId="Web-{C8EC830A-F5DB-7C81-6535-C63EFB7025A5}" dt="2026-02-04T01:46:27.345" v="32"/>
          <ac:picMkLst>
            <pc:docMk/>
            <pc:sldMk cId="2330353843" sldId="360"/>
            <ac:picMk id="4" creationId="{EF23B34D-3C19-027D-BA09-96AC628DBAD6}"/>
          </ac:picMkLst>
        </pc:picChg>
        <pc:picChg chg="add mod">
          <ac:chgData name="José Roncero" userId="3ee8af7e1c01d3f9" providerId="Windows Live" clId="Web-{C8EC830A-F5DB-7C81-6535-C63EFB7025A5}" dt="2026-02-04T01:47:31.112" v="47" actId="14100"/>
          <ac:picMkLst>
            <pc:docMk/>
            <pc:sldMk cId="2330353843" sldId="360"/>
            <ac:picMk id="5" creationId="{C16AD044-D64A-8FFA-5E7A-C334155D3957}"/>
          </ac:picMkLst>
        </pc:picChg>
        <pc:picChg chg="add del mod">
          <ac:chgData name="José Roncero" userId="3ee8af7e1c01d3f9" providerId="Windows Live" clId="Web-{C8EC830A-F5DB-7C81-6535-C63EFB7025A5}" dt="2026-02-04T01:46:53.783" v="39"/>
          <ac:picMkLst>
            <pc:docMk/>
            <pc:sldMk cId="2330353843" sldId="360"/>
            <ac:picMk id="6" creationId="{E37C30C4-5F81-71C1-70CB-E92A409849A4}"/>
          </ac:picMkLst>
        </pc:picChg>
        <pc:picChg chg="add mod">
          <ac:chgData name="José Roncero" userId="3ee8af7e1c01d3f9" providerId="Windows Live" clId="Web-{C8EC830A-F5DB-7C81-6535-C63EFB7025A5}" dt="2026-02-04T01:47:37.456" v="49" actId="14100"/>
          <ac:picMkLst>
            <pc:docMk/>
            <pc:sldMk cId="2330353843" sldId="360"/>
            <ac:picMk id="7" creationId="{A701605F-8AB6-0843-8F26-BCBA6674FA02}"/>
          </ac:picMkLst>
        </pc:picChg>
        <pc:picChg chg="del">
          <ac:chgData name="José Roncero" userId="3ee8af7e1c01d3f9" providerId="Windows Live" clId="Web-{C8EC830A-F5DB-7C81-6535-C63EFB7025A5}" dt="2026-02-04T01:33:33.251" v="1"/>
          <ac:picMkLst>
            <pc:docMk/>
            <pc:sldMk cId="2330353843" sldId="360"/>
            <ac:picMk id="8" creationId="{34BD2EBF-D6DF-7E55-9EBC-3D14ACD81AD1}"/>
          </ac:picMkLst>
        </pc:picChg>
        <pc:picChg chg="del">
          <ac:chgData name="José Roncero" userId="3ee8af7e1c01d3f9" providerId="Windows Live" clId="Web-{C8EC830A-F5DB-7C81-6535-C63EFB7025A5}" dt="2026-02-04T01:33:33.954" v="2"/>
          <ac:picMkLst>
            <pc:docMk/>
            <pc:sldMk cId="2330353843" sldId="360"/>
            <ac:picMk id="9" creationId="{06787CE0-8315-3B3F-9FFC-B85042C6C7A9}"/>
          </ac:picMkLst>
        </pc:picChg>
        <pc:picChg chg="del">
          <ac:chgData name="José Roncero" userId="3ee8af7e1c01d3f9" providerId="Windows Live" clId="Web-{C8EC830A-F5DB-7C81-6535-C63EFB7025A5}" dt="2026-02-04T01:33:34.533" v="3"/>
          <ac:picMkLst>
            <pc:docMk/>
            <pc:sldMk cId="2330353843" sldId="360"/>
            <ac:picMk id="10" creationId="{B2979441-8ABA-9E7F-3B2D-7BF0142F5BAE}"/>
          </ac:picMkLst>
        </pc:picChg>
      </pc:sldChg>
    </pc:docChg>
  </pc:docChgLst>
  <pc:docChgLst>
    <pc:chgData name="José Roncero" userId="3ee8af7e1c01d3f9" providerId="Windows Live" clId="Web-{692CB718-9E1E-F23E-94BA-40EB4619F95B}"/>
    <pc:docChg chg="modSld">
      <pc:chgData name="José Roncero" userId="3ee8af7e1c01d3f9" providerId="Windows Live" clId="Web-{692CB718-9E1E-F23E-94BA-40EB4619F95B}" dt="2026-02-03T03:19:57.569" v="87"/>
      <pc:docMkLst>
        <pc:docMk/>
      </pc:docMkLst>
      <pc:sldChg chg="addSp delSp modSp">
        <pc:chgData name="José Roncero" userId="3ee8af7e1c01d3f9" providerId="Windows Live" clId="Web-{692CB718-9E1E-F23E-94BA-40EB4619F95B}" dt="2026-02-03T03:14:41.630" v="47"/>
        <pc:sldMkLst>
          <pc:docMk/>
          <pc:sldMk cId="3116697518" sldId="269"/>
        </pc:sldMkLst>
        <pc:picChg chg="mod">
          <ac:chgData name="José Roncero" userId="3ee8af7e1c01d3f9" providerId="Windows Live" clId="Web-{692CB718-9E1E-F23E-94BA-40EB4619F95B}" dt="2026-02-03T03:14:38.177" v="45" actId="1076"/>
          <ac:picMkLst>
            <pc:docMk/>
            <pc:sldMk cId="3116697518" sldId="269"/>
            <ac:picMk id="3" creationId="{515F6A21-105D-4E80-189B-E3405BA5EA90}"/>
          </ac:picMkLst>
        </pc:picChg>
        <pc:picChg chg="mod">
          <ac:chgData name="José Roncero" userId="3ee8af7e1c01d3f9" providerId="Windows Live" clId="Web-{692CB718-9E1E-F23E-94BA-40EB4619F95B}" dt="2026-02-03T03:14:22.941" v="41" actId="1076"/>
          <ac:picMkLst>
            <pc:docMk/>
            <pc:sldMk cId="3116697518" sldId="269"/>
            <ac:picMk id="4" creationId="{95358056-F660-4AD9-4F68-181B6ACA1BA1}"/>
          </ac:picMkLst>
        </pc:picChg>
        <pc:picChg chg="mod">
          <ac:chgData name="José Roncero" userId="3ee8af7e1c01d3f9" providerId="Windows Live" clId="Web-{692CB718-9E1E-F23E-94BA-40EB4619F95B}" dt="2026-02-03T03:14:19.534" v="40" actId="1076"/>
          <ac:picMkLst>
            <pc:docMk/>
            <pc:sldMk cId="3116697518" sldId="269"/>
            <ac:picMk id="5" creationId="{6526AB48-0142-DB37-E6DC-87E7117136F2}"/>
          </ac:picMkLst>
        </pc:picChg>
        <pc:picChg chg="add">
          <ac:chgData name="José Roncero" userId="3ee8af7e1c01d3f9" providerId="Windows Live" clId="Web-{692CB718-9E1E-F23E-94BA-40EB4619F95B}" dt="2026-02-03T03:14:41.630" v="47"/>
          <ac:picMkLst>
            <pc:docMk/>
            <pc:sldMk cId="3116697518" sldId="269"/>
            <ac:picMk id="6" creationId="{BAB78573-757C-8D04-F48D-957394322FED}"/>
          </ac:picMkLst>
        </pc:picChg>
        <pc:picChg chg="del">
          <ac:chgData name="José Roncero" userId="3ee8af7e1c01d3f9" providerId="Windows Live" clId="Web-{692CB718-9E1E-F23E-94BA-40EB4619F95B}" dt="2026-02-03T03:14:40.146" v="46"/>
          <ac:picMkLst>
            <pc:docMk/>
            <pc:sldMk cId="3116697518" sldId="269"/>
            <ac:picMk id="7" creationId="{BA86FC1A-A37B-FBEF-58E2-5296665E27C0}"/>
          </ac:picMkLst>
        </pc:picChg>
      </pc:sldChg>
      <pc:sldChg chg="addSp delSp modSp">
        <pc:chgData name="José Roncero" userId="3ee8af7e1c01d3f9" providerId="Windows Live" clId="Web-{692CB718-9E1E-F23E-94BA-40EB4619F95B}" dt="2026-02-03T03:19:57.569" v="87"/>
        <pc:sldMkLst>
          <pc:docMk/>
          <pc:sldMk cId="2555911187" sldId="270"/>
        </pc:sldMkLst>
        <pc:spChg chg="mod">
          <ac:chgData name="José Roncero" userId="3ee8af7e1c01d3f9" providerId="Windows Live" clId="Web-{692CB718-9E1E-F23E-94BA-40EB4619F95B}" dt="2026-02-03T03:17:01.983" v="58" actId="20577"/>
          <ac:spMkLst>
            <pc:docMk/>
            <pc:sldMk cId="2555911187" sldId="270"/>
            <ac:spMk id="3" creationId="{67B0B053-A582-0704-589B-EAB954424B83}"/>
          </ac:spMkLst>
        </pc:spChg>
        <pc:spChg chg="mod">
          <ac:chgData name="José Roncero" userId="3ee8af7e1c01d3f9" providerId="Windows Live" clId="Web-{692CB718-9E1E-F23E-94BA-40EB4619F95B}" dt="2026-02-03T03:17:26.594" v="61" actId="20577"/>
          <ac:spMkLst>
            <pc:docMk/>
            <pc:sldMk cId="2555911187" sldId="270"/>
            <ac:spMk id="16" creationId="{44E949BA-C3DB-2244-F076-CB1E330C92F1}"/>
          </ac:spMkLst>
        </pc:spChg>
        <pc:grpChg chg="del">
          <ac:chgData name="José Roncero" userId="3ee8af7e1c01d3f9" providerId="Windows Live" clId="Web-{692CB718-9E1E-F23E-94BA-40EB4619F95B}" dt="2026-02-03T03:17:33.516" v="62"/>
          <ac:grpSpMkLst>
            <pc:docMk/>
            <pc:sldMk cId="2555911187" sldId="270"/>
            <ac:grpSpMk id="22" creationId="{5102BD7F-BE96-7C12-B541-EE31A9871ECE}"/>
          </ac:grpSpMkLst>
        </pc:grpChg>
        <pc:graphicFrameChg chg="add mod modGraphic">
          <ac:chgData name="José Roncero" userId="3ee8af7e1c01d3f9" providerId="Windows Live" clId="Web-{692CB718-9E1E-F23E-94BA-40EB4619F95B}" dt="2026-02-03T03:19:57.569" v="87"/>
          <ac:graphicFrameMkLst>
            <pc:docMk/>
            <pc:sldMk cId="2555911187" sldId="270"/>
            <ac:graphicFrameMk id="2" creationId="{F849D747-7D91-63E9-3C4E-E44916CF5ADF}"/>
          </ac:graphicFrameMkLst>
        </pc:graphicFrameChg>
      </pc:sldChg>
      <pc:sldChg chg="addSp delSp">
        <pc:chgData name="José Roncero" userId="3ee8af7e1c01d3f9" providerId="Windows Live" clId="Web-{692CB718-9E1E-F23E-94BA-40EB4619F95B}" dt="2026-02-03T03:14:53.335" v="49"/>
        <pc:sldMkLst>
          <pc:docMk/>
          <pc:sldMk cId="850555368" sldId="281"/>
        </pc:sldMkLst>
        <pc:picChg chg="del">
          <ac:chgData name="José Roncero" userId="3ee8af7e1c01d3f9" providerId="Windows Live" clId="Web-{692CB718-9E1E-F23E-94BA-40EB4619F95B}" dt="2026-02-03T03:14:50.944" v="48"/>
          <ac:picMkLst>
            <pc:docMk/>
            <pc:sldMk cId="850555368" sldId="281"/>
            <ac:picMk id="2" creationId="{A48C2810-3CB1-8C59-FEA9-40B47070047D}"/>
          </ac:picMkLst>
        </pc:picChg>
        <pc:picChg chg="add">
          <ac:chgData name="José Roncero" userId="3ee8af7e1c01d3f9" providerId="Windows Live" clId="Web-{692CB718-9E1E-F23E-94BA-40EB4619F95B}" dt="2026-02-03T03:14:53.335" v="49"/>
          <ac:picMkLst>
            <pc:docMk/>
            <pc:sldMk cId="850555368" sldId="281"/>
            <ac:picMk id="10" creationId="{DEE080A5-8219-736D-F373-F6A0B2F663AB}"/>
          </ac:picMkLst>
        </pc:picChg>
      </pc:sldChg>
      <pc:sldChg chg="addSp delSp modSp">
        <pc:chgData name="José Roncero" userId="3ee8af7e1c01d3f9" providerId="Windows Live" clId="Web-{692CB718-9E1E-F23E-94BA-40EB4619F95B}" dt="2026-02-03T03:14:11.455" v="34" actId="1076"/>
        <pc:sldMkLst>
          <pc:docMk/>
          <pc:sldMk cId="1043146481" sldId="353"/>
        </pc:sldMkLst>
        <pc:picChg chg="add">
          <ac:chgData name="José Roncero" userId="3ee8af7e1c01d3f9" providerId="Windows Live" clId="Web-{692CB718-9E1E-F23E-94BA-40EB4619F95B}" dt="2026-02-03T03:14:07.595" v="33"/>
          <ac:picMkLst>
            <pc:docMk/>
            <pc:sldMk cId="1043146481" sldId="353"/>
            <ac:picMk id="3" creationId="{7A70ECCE-999D-6576-7716-FF5FB661C763}"/>
          </ac:picMkLst>
        </pc:picChg>
        <pc:picChg chg="mod">
          <ac:chgData name="José Roncero" userId="3ee8af7e1c01d3f9" providerId="Windows Live" clId="Web-{692CB718-9E1E-F23E-94BA-40EB4619F95B}" dt="2026-02-03T03:14:11.455" v="34" actId="1076"/>
          <ac:picMkLst>
            <pc:docMk/>
            <pc:sldMk cId="1043146481" sldId="353"/>
            <ac:picMk id="4" creationId="{4FAB47FC-EEF5-0CCC-3E9B-0420FD3A54D7}"/>
          </ac:picMkLst>
        </pc:picChg>
        <pc:picChg chg="del">
          <ac:chgData name="José Roncero" userId="3ee8af7e1c01d3f9" providerId="Windows Live" clId="Web-{692CB718-9E1E-F23E-94BA-40EB4619F95B}" dt="2026-02-03T03:14:04.829" v="32"/>
          <ac:picMkLst>
            <pc:docMk/>
            <pc:sldMk cId="1043146481" sldId="353"/>
            <ac:picMk id="6" creationId="{D5F29D53-D711-C3D0-CCA3-61B3D9E11196}"/>
          </ac:picMkLst>
        </pc:picChg>
      </pc:sldChg>
      <pc:sldChg chg="addSp delSp modSp">
        <pc:chgData name="José Roncero" userId="3ee8af7e1c01d3f9" providerId="Windows Live" clId="Web-{692CB718-9E1E-F23E-94BA-40EB4619F95B}" dt="2026-02-03T03:13:59.266" v="31"/>
        <pc:sldMkLst>
          <pc:docMk/>
          <pc:sldMk cId="3459592013" sldId="354"/>
        </pc:sldMkLst>
        <pc:picChg chg="add">
          <ac:chgData name="José Roncero" userId="3ee8af7e1c01d3f9" providerId="Windows Live" clId="Web-{692CB718-9E1E-F23E-94BA-40EB4619F95B}" dt="2026-02-03T03:13:59.266" v="31"/>
          <ac:picMkLst>
            <pc:docMk/>
            <pc:sldMk cId="3459592013" sldId="354"/>
            <ac:picMk id="3" creationId="{A5ABA7F2-AD50-4464-6602-CFFB02BE194D}"/>
          </ac:picMkLst>
        </pc:picChg>
        <pc:picChg chg="mod">
          <ac:chgData name="José Roncero" userId="3ee8af7e1c01d3f9" providerId="Windows Live" clId="Web-{692CB718-9E1E-F23E-94BA-40EB4619F95B}" dt="2026-02-03T03:13:55.375" v="29" actId="1076"/>
          <ac:picMkLst>
            <pc:docMk/>
            <pc:sldMk cId="3459592013" sldId="354"/>
            <ac:picMk id="8" creationId="{CC864E30-08D1-4968-4A20-E230556778E4}"/>
          </ac:picMkLst>
        </pc:picChg>
        <pc:picChg chg="mod">
          <ac:chgData name="José Roncero" userId="3ee8af7e1c01d3f9" providerId="Windows Live" clId="Web-{692CB718-9E1E-F23E-94BA-40EB4619F95B}" dt="2026-02-03T03:13:53.360" v="27" actId="1076"/>
          <ac:picMkLst>
            <pc:docMk/>
            <pc:sldMk cId="3459592013" sldId="354"/>
            <ac:picMk id="9" creationId="{3720F8B7-2BC9-A784-920E-5D120A7CFB3F}"/>
          </ac:picMkLst>
        </pc:picChg>
        <pc:picChg chg="mod">
          <ac:chgData name="José Roncero" userId="3ee8af7e1c01d3f9" providerId="Windows Live" clId="Web-{692CB718-9E1E-F23E-94BA-40EB4619F95B}" dt="2026-02-03T03:13:53.375" v="28" actId="1076"/>
          <ac:picMkLst>
            <pc:docMk/>
            <pc:sldMk cId="3459592013" sldId="354"/>
            <ac:picMk id="10" creationId="{D4C5F761-E355-27FB-EF8E-EDA24D115413}"/>
          </ac:picMkLst>
        </pc:picChg>
        <pc:picChg chg="del">
          <ac:chgData name="José Roncero" userId="3ee8af7e1c01d3f9" providerId="Windows Live" clId="Web-{692CB718-9E1E-F23E-94BA-40EB4619F95B}" dt="2026-02-03T03:13:57.266" v="30"/>
          <ac:picMkLst>
            <pc:docMk/>
            <pc:sldMk cId="3459592013" sldId="354"/>
            <ac:picMk id="12" creationId="{1C9C9364-6C92-DAD3-012B-FD2040EC0D21}"/>
          </ac:picMkLst>
        </pc:picChg>
      </pc:sldChg>
      <pc:sldChg chg="addSp delSp">
        <pc:chgData name="José Roncero" userId="3ee8af7e1c01d3f9" providerId="Windows Live" clId="Web-{692CB718-9E1E-F23E-94BA-40EB4619F95B}" dt="2026-02-03T03:13:33.578" v="19"/>
        <pc:sldMkLst>
          <pc:docMk/>
          <pc:sldMk cId="673388278" sldId="355"/>
        </pc:sldMkLst>
        <pc:picChg chg="del">
          <ac:chgData name="José Roncero" userId="3ee8af7e1c01d3f9" providerId="Windows Live" clId="Web-{692CB718-9E1E-F23E-94BA-40EB4619F95B}" dt="2026-02-03T03:13:33.141" v="18"/>
          <ac:picMkLst>
            <pc:docMk/>
            <pc:sldMk cId="673388278" sldId="355"/>
            <ac:picMk id="5" creationId="{28095911-9492-B3F6-1C5F-0364912C5654}"/>
          </ac:picMkLst>
        </pc:picChg>
        <pc:picChg chg="add">
          <ac:chgData name="José Roncero" userId="3ee8af7e1c01d3f9" providerId="Windows Live" clId="Web-{692CB718-9E1E-F23E-94BA-40EB4619F95B}" dt="2026-02-03T03:13:33.578" v="19"/>
          <ac:picMkLst>
            <pc:docMk/>
            <pc:sldMk cId="673388278" sldId="355"/>
            <ac:picMk id="6" creationId="{4F9D22CB-994B-D68F-2859-0189227F4059}"/>
          </ac:picMkLst>
        </pc:picChg>
      </pc:sldChg>
      <pc:sldChg chg="addSp delSp modSp">
        <pc:chgData name="José Roncero" userId="3ee8af7e1c01d3f9" providerId="Windows Live" clId="Web-{692CB718-9E1E-F23E-94BA-40EB4619F95B}" dt="2026-02-03T03:13:29.766" v="17" actId="1076"/>
        <pc:sldMkLst>
          <pc:docMk/>
          <pc:sldMk cId="1201286880" sldId="356"/>
        </pc:sldMkLst>
        <pc:picChg chg="mod">
          <ac:chgData name="José Roncero" userId="3ee8af7e1c01d3f9" providerId="Windows Live" clId="Web-{692CB718-9E1E-F23E-94BA-40EB4619F95B}" dt="2026-02-03T03:13:29.719" v="10" actId="1076"/>
          <ac:picMkLst>
            <pc:docMk/>
            <pc:sldMk cId="1201286880" sldId="356"/>
            <ac:picMk id="2" creationId="{77915CF9-A58F-0659-6E9D-B4DC476591D5}"/>
          </ac:picMkLst>
        </pc:picChg>
        <pc:picChg chg="mod">
          <ac:chgData name="José Roncero" userId="3ee8af7e1c01d3f9" providerId="Windows Live" clId="Web-{692CB718-9E1E-F23E-94BA-40EB4619F95B}" dt="2026-02-03T03:13:29.735" v="11" actId="1076"/>
          <ac:picMkLst>
            <pc:docMk/>
            <pc:sldMk cId="1201286880" sldId="356"/>
            <ac:picMk id="3" creationId="{AD1D3633-171C-FB9F-201B-48E2F704BB09}"/>
          </ac:picMkLst>
        </pc:picChg>
        <pc:picChg chg="mod">
          <ac:chgData name="José Roncero" userId="3ee8af7e1c01d3f9" providerId="Windows Live" clId="Web-{692CB718-9E1E-F23E-94BA-40EB4619F95B}" dt="2026-02-03T03:13:29.735" v="12" actId="1076"/>
          <ac:picMkLst>
            <pc:docMk/>
            <pc:sldMk cId="1201286880" sldId="356"/>
            <ac:picMk id="4" creationId="{FEF916F8-DF9E-ABEA-8D25-3BD2521EC170}"/>
          </ac:picMkLst>
        </pc:picChg>
        <pc:picChg chg="mod">
          <ac:chgData name="José Roncero" userId="3ee8af7e1c01d3f9" providerId="Windows Live" clId="Web-{692CB718-9E1E-F23E-94BA-40EB4619F95B}" dt="2026-02-03T03:13:29.750" v="13" actId="1076"/>
          <ac:picMkLst>
            <pc:docMk/>
            <pc:sldMk cId="1201286880" sldId="356"/>
            <ac:picMk id="5" creationId="{04F68D33-71A8-AC57-BA7C-498390066F7A}"/>
          </ac:picMkLst>
        </pc:picChg>
        <pc:picChg chg="mod">
          <ac:chgData name="José Roncero" userId="3ee8af7e1c01d3f9" providerId="Windows Live" clId="Web-{692CB718-9E1E-F23E-94BA-40EB4619F95B}" dt="2026-02-03T03:13:29.750" v="14" actId="1076"/>
          <ac:picMkLst>
            <pc:docMk/>
            <pc:sldMk cId="1201286880" sldId="356"/>
            <ac:picMk id="6" creationId="{94481AD4-680F-0814-20A0-885EE54996AE}"/>
          </ac:picMkLst>
        </pc:picChg>
        <pc:picChg chg="mod">
          <ac:chgData name="José Roncero" userId="3ee8af7e1c01d3f9" providerId="Windows Live" clId="Web-{692CB718-9E1E-F23E-94BA-40EB4619F95B}" dt="2026-02-03T03:13:29.750" v="15" actId="1076"/>
          <ac:picMkLst>
            <pc:docMk/>
            <pc:sldMk cId="1201286880" sldId="356"/>
            <ac:picMk id="7" creationId="{1D457F80-B943-1FC3-7BC2-0363F52C4966}"/>
          </ac:picMkLst>
        </pc:picChg>
        <pc:picChg chg="add del mod">
          <ac:chgData name="José Roncero" userId="3ee8af7e1c01d3f9" providerId="Windows Live" clId="Web-{692CB718-9E1E-F23E-94BA-40EB4619F95B}" dt="2026-02-03T03:13:16.031" v="8"/>
          <ac:picMkLst>
            <pc:docMk/>
            <pc:sldMk cId="1201286880" sldId="356"/>
            <ac:picMk id="8" creationId="{9E12A160-532B-1900-C4EC-DAD9EFC13643}"/>
          </ac:picMkLst>
        </pc:picChg>
        <pc:picChg chg="add">
          <ac:chgData name="José Roncero" userId="3ee8af7e1c01d3f9" providerId="Windows Live" clId="Web-{692CB718-9E1E-F23E-94BA-40EB4619F95B}" dt="2026-02-03T03:13:21.078" v="9"/>
          <ac:picMkLst>
            <pc:docMk/>
            <pc:sldMk cId="1201286880" sldId="356"/>
            <ac:picMk id="10" creationId="{A5D34202-140F-59A0-1697-EA9982A1DB2A}"/>
          </ac:picMkLst>
        </pc:picChg>
        <pc:picChg chg="mod">
          <ac:chgData name="José Roncero" userId="3ee8af7e1c01d3f9" providerId="Windows Live" clId="Web-{692CB718-9E1E-F23E-94BA-40EB4619F95B}" dt="2026-02-03T03:13:29.750" v="16" actId="1076"/>
          <ac:picMkLst>
            <pc:docMk/>
            <pc:sldMk cId="1201286880" sldId="356"/>
            <ac:picMk id="11" creationId="{7F702B8A-48F0-AD6A-B022-7BD9C2EE0D61}"/>
          </ac:picMkLst>
        </pc:picChg>
        <pc:picChg chg="mod">
          <ac:chgData name="José Roncero" userId="3ee8af7e1c01d3f9" providerId="Windows Live" clId="Web-{692CB718-9E1E-F23E-94BA-40EB4619F95B}" dt="2026-02-03T03:13:29.766" v="17" actId="1076"/>
          <ac:picMkLst>
            <pc:docMk/>
            <pc:sldMk cId="1201286880" sldId="356"/>
            <ac:picMk id="12" creationId="{DA0D8098-4758-66EC-18E3-F96B9473C92C}"/>
          </ac:picMkLst>
        </pc:picChg>
        <pc:picChg chg="del">
          <ac:chgData name="José Roncero" userId="3ee8af7e1c01d3f9" providerId="Windows Live" clId="Web-{692CB718-9E1E-F23E-94BA-40EB4619F95B}" dt="2026-02-03T03:13:12.750" v="6"/>
          <ac:picMkLst>
            <pc:docMk/>
            <pc:sldMk cId="1201286880" sldId="356"/>
            <ac:picMk id="14" creationId="{3BC9B772-C6A0-C17E-3F3F-5FD5286EEE04}"/>
          </ac:picMkLst>
        </pc:picChg>
      </pc:sldChg>
      <pc:sldChg chg="delSp modSp">
        <pc:chgData name="José Roncero" userId="3ee8af7e1c01d3f9" providerId="Windows Live" clId="Web-{692CB718-9E1E-F23E-94BA-40EB4619F95B}" dt="2026-02-03T03:13:09.375" v="5" actId="1076"/>
        <pc:sldMkLst>
          <pc:docMk/>
          <pc:sldMk cId="1827509080" sldId="357"/>
        </pc:sldMkLst>
        <pc:picChg chg="mod">
          <ac:chgData name="José Roncero" userId="3ee8af7e1c01d3f9" providerId="Windows Live" clId="Web-{692CB718-9E1E-F23E-94BA-40EB4619F95B}" dt="2026-02-03T03:13:09.328" v="1" actId="1076"/>
          <ac:picMkLst>
            <pc:docMk/>
            <pc:sldMk cId="1827509080" sldId="357"/>
            <ac:picMk id="8" creationId="{B6685A1A-5F08-7382-F83E-E686B5A2EBA8}"/>
          </ac:picMkLst>
        </pc:picChg>
        <pc:picChg chg="mod">
          <ac:chgData name="José Roncero" userId="3ee8af7e1c01d3f9" providerId="Windows Live" clId="Web-{692CB718-9E1E-F23E-94BA-40EB4619F95B}" dt="2026-02-03T03:13:09.328" v="2" actId="1076"/>
          <ac:picMkLst>
            <pc:docMk/>
            <pc:sldMk cId="1827509080" sldId="357"/>
            <ac:picMk id="9" creationId="{A3B689D2-2409-5DCC-D219-FF793321963A}"/>
          </ac:picMkLst>
        </pc:picChg>
        <pc:picChg chg="mod">
          <ac:chgData name="José Roncero" userId="3ee8af7e1c01d3f9" providerId="Windows Live" clId="Web-{692CB718-9E1E-F23E-94BA-40EB4619F95B}" dt="2026-02-03T03:13:09.344" v="3" actId="1076"/>
          <ac:picMkLst>
            <pc:docMk/>
            <pc:sldMk cId="1827509080" sldId="357"/>
            <ac:picMk id="10" creationId="{AEBD14DD-F8FA-2B84-F592-2C756905B659}"/>
          </ac:picMkLst>
        </pc:picChg>
        <pc:picChg chg="mod">
          <ac:chgData name="José Roncero" userId="3ee8af7e1c01d3f9" providerId="Windows Live" clId="Web-{692CB718-9E1E-F23E-94BA-40EB4619F95B}" dt="2026-02-03T03:13:09.360" v="4" actId="1076"/>
          <ac:picMkLst>
            <pc:docMk/>
            <pc:sldMk cId="1827509080" sldId="357"/>
            <ac:picMk id="19" creationId="{AD2426A1-345C-B9D5-3DD8-7AE808C287BC}"/>
          </ac:picMkLst>
        </pc:picChg>
        <pc:picChg chg="mod">
          <ac:chgData name="José Roncero" userId="3ee8af7e1c01d3f9" providerId="Windows Live" clId="Web-{692CB718-9E1E-F23E-94BA-40EB4619F95B}" dt="2026-02-03T03:13:09.375" v="5" actId="1076"/>
          <ac:picMkLst>
            <pc:docMk/>
            <pc:sldMk cId="1827509080" sldId="357"/>
            <ac:picMk id="21" creationId="{5688383C-A46A-0F59-9EE2-8687B459FEE5}"/>
          </ac:picMkLst>
        </pc:picChg>
        <pc:picChg chg="del">
          <ac:chgData name="José Roncero" userId="3ee8af7e1c01d3f9" providerId="Windows Live" clId="Web-{692CB718-9E1E-F23E-94BA-40EB4619F95B}" dt="2026-02-03T03:13:00.297" v="0"/>
          <ac:picMkLst>
            <pc:docMk/>
            <pc:sldMk cId="1827509080" sldId="357"/>
            <ac:picMk id="23" creationId="{7041778C-98AC-5D20-21E0-CF52C3E398B2}"/>
          </ac:picMkLst>
        </pc:picChg>
      </pc:sldChg>
    </pc:docChg>
  </pc:docChgLst>
  <pc:docChgLst>
    <pc:chgData name="José Roncero" userId="3ee8af7e1c01d3f9" providerId="Windows Live" clId="Web-{01562239-A1CB-5A2F-4E59-422F646701E2}"/>
    <pc:docChg chg="delSld">
      <pc:chgData name="José Roncero" userId="3ee8af7e1c01d3f9" providerId="Windows Live" clId="Web-{01562239-A1CB-5A2F-4E59-422F646701E2}" dt="2026-02-03T03:21:31.207" v="0"/>
      <pc:docMkLst>
        <pc:docMk/>
      </pc:docMkLst>
      <pc:sldChg chg="del">
        <pc:chgData name="José Roncero" userId="3ee8af7e1c01d3f9" providerId="Windows Live" clId="Web-{01562239-A1CB-5A2F-4E59-422F646701E2}" dt="2026-02-03T03:21:31.207" v="0"/>
        <pc:sldMkLst>
          <pc:docMk/>
          <pc:sldMk cId="1725238413" sldId="282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D906477-7E81-4D80-85C1-EEA345DD74A2}" type="doc">
      <dgm:prSet loTypeId="urn:microsoft.com/office/officeart/2005/8/layout/cycle5" loCatId="cycle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es-ES"/>
        </a:p>
      </dgm:t>
    </dgm:pt>
    <dgm:pt modelId="{7B8C94C2-E34C-4541-96E0-64133D09E1B4}">
      <dgm:prSet phldrT="[Texto]" phldr="0"/>
      <dgm:spPr/>
      <dgm:t>
        <a:bodyPr/>
        <a:lstStyle/>
        <a:p>
          <a:r>
            <a:rPr lang="es-ES" dirty="0">
              <a:latin typeface="Aptos Display" panose="02110004020202020204"/>
            </a:rPr>
            <a:t>Identificar</a:t>
          </a:r>
          <a:endParaRPr lang="es-ES" dirty="0"/>
        </a:p>
      </dgm:t>
    </dgm:pt>
    <dgm:pt modelId="{917BF4CC-52FE-4091-AA0E-EEA735FE4C77}" type="parTrans" cxnId="{20194B50-7420-4EA0-BB10-6859426D855D}">
      <dgm:prSet/>
      <dgm:spPr/>
      <dgm:t>
        <a:bodyPr/>
        <a:lstStyle/>
        <a:p>
          <a:endParaRPr lang="es-ES"/>
        </a:p>
      </dgm:t>
    </dgm:pt>
    <dgm:pt modelId="{7077525C-466F-48BA-8C6C-D2108097FAFB}" type="sibTrans" cxnId="{20194B50-7420-4EA0-BB10-6859426D855D}">
      <dgm:prSet/>
      <dgm:spPr/>
      <dgm:t>
        <a:bodyPr/>
        <a:lstStyle/>
        <a:p>
          <a:endParaRPr lang="es-ES"/>
        </a:p>
      </dgm:t>
    </dgm:pt>
    <dgm:pt modelId="{02BDB546-250B-4DE7-B940-A58F912728E4}">
      <dgm:prSet phldrT="[Texto]" phldr="0"/>
      <dgm:spPr/>
      <dgm:t>
        <a:bodyPr/>
        <a:lstStyle/>
        <a:p>
          <a:r>
            <a:rPr lang="es-ES" dirty="0">
              <a:latin typeface="Aptos Display" panose="02110004020202020204"/>
            </a:rPr>
            <a:t>Contener</a:t>
          </a:r>
          <a:endParaRPr lang="es-ES" dirty="0"/>
        </a:p>
      </dgm:t>
    </dgm:pt>
    <dgm:pt modelId="{425062C7-B493-4C6A-9FBB-3BF6AD9A2CEE}" type="parTrans" cxnId="{D45D3CBE-C381-46A0-9466-EC48EB70EF56}">
      <dgm:prSet/>
      <dgm:spPr/>
      <dgm:t>
        <a:bodyPr/>
        <a:lstStyle/>
        <a:p>
          <a:endParaRPr lang="es-ES"/>
        </a:p>
      </dgm:t>
    </dgm:pt>
    <dgm:pt modelId="{7F58394F-432B-45A5-8ADD-E782A799BE95}" type="sibTrans" cxnId="{D45D3CBE-C381-46A0-9466-EC48EB70EF56}">
      <dgm:prSet/>
      <dgm:spPr/>
      <dgm:t>
        <a:bodyPr/>
        <a:lstStyle/>
        <a:p>
          <a:endParaRPr lang="es-ES"/>
        </a:p>
      </dgm:t>
    </dgm:pt>
    <dgm:pt modelId="{899593BD-CDB0-4955-8DA8-9452DC2600A7}">
      <dgm:prSet phldrT="[Texto]" phldr="0"/>
      <dgm:spPr/>
      <dgm:t>
        <a:bodyPr/>
        <a:lstStyle/>
        <a:p>
          <a:r>
            <a:rPr lang="es-ES" dirty="0">
              <a:latin typeface="Aptos Display" panose="02110004020202020204"/>
            </a:rPr>
            <a:t>Erradicar</a:t>
          </a:r>
          <a:endParaRPr lang="es-ES" dirty="0"/>
        </a:p>
      </dgm:t>
    </dgm:pt>
    <dgm:pt modelId="{70964BC8-46A1-4EC9-9D7A-251E1E9D5180}" type="parTrans" cxnId="{EBE2FB74-5FDF-4244-B3B7-FB5D3C01DA4A}">
      <dgm:prSet/>
      <dgm:spPr/>
      <dgm:t>
        <a:bodyPr/>
        <a:lstStyle/>
        <a:p>
          <a:endParaRPr lang="es-ES"/>
        </a:p>
      </dgm:t>
    </dgm:pt>
    <dgm:pt modelId="{65C4347D-22BC-442D-9CAD-5F625220352F}" type="sibTrans" cxnId="{EBE2FB74-5FDF-4244-B3B7-FB5D3C01DA4A}">
      <dgm:prSet/>
      <dgm:spPr/>
      <dgm:t>
        <a:bodyPr/>
        <a:lstStyle/>
        <a:p>
          <a:endParaRPr lang="es-ES"/>
        </a:p>
      </dgm:t>
    </dgm:pt>
    <dgm:pt modelId="{EB8CE224-ED53-49CF-B1E0-85FF24C7D38F}">
      <dgm:prSet phldrT="[Texto]" phldr="0"/>
      <dgm:spPr/>
      <dgm:t>
        <a:bodyPr/>
        <a:lstStyle/>
        <a:p>
          <a:r>
            <a:rPr lang="es-ES" dirty="0">
              <a:latin typeface="Aptos Display" panose="02110004020202020204"/>
            </a:rPr>
            <a:t>Recuperar</a:t>
          </a:r>
          <a:endParaRPr lang="es-ES" dirty="0"/>
        </a:p>
      </dgm:t>
    </dgm:pt>
    <dgm:pt modelId="{FB405DBA-42A8-40C0-8755-650A4B708BC1}" type="parTrans" cxnId="{46911C63-C679-4474-A312-3EEFF1742D72}">
      <dgm:prSet/>
      <dgm:spPr/>
      <dgm:t>
        <a:bodyPr/>
        <a:lstStyle/>
        <a:p>
          <a:endParaRPr lang="es-ES"/>
        </a:p>
      </dgm:t>
    </dgm:pt>
    <dgm:pt modelId="{245726FD-E3D0-4C2A-AE35-B2F27174500F}" type="sibTrans" cxnId="{46911C63-C679-4474-A312-3EEFF1742D72}">
      <dgm:prSet/>
      <dgm:spPr/>
      <dgm:t>
        <a:bodyPr/>
        <a:lstStyle/>
        <a:p>
          <a:endParaRPr lang="es-ES"/>
        </a:p>
      </dgm:t>
    </dgm:pt>
    <dgm:pt modelId="{64908E52-9CC6-49C1-AFCF-5756092C0FF3}" type="pres">
      <dgm:prSet presAssocID="{5D906477-7E81-4D80-85C1-EEA345DD74A2}" presName="cycle" presStyleCnt="0">
        <dgm:presLayoutVars>
          <dgm:dir/>
          <dgm:resizeHandles val="exact"/>
        </dgm:presLayoutVars>
      </dgm:prSet>
      <dgm:spPr/>
    </dgm:pt>
    <dgm:pt modelId="{BF521C44-7F36-4158-B9B2-D08159208D07}" type="pres">
      <dgm:prSet presAssocID="{7B8C94C2-E34C-4541-96E0-64133D09E1B4}" presName="node" presStyleLbl="node1" presStyleIdx="0" presStyleCnt="4">
        <dgm:presLayoutVars>
          <dgm:bulletEnabled val="1"/>
        </dgm:presLayoutVars>
      </dgm:prSet>
      <dgm:spPr/>
    </dgm:pt>
    <dgm:pt modelId="{ACD00998-3FAA-47DD-B5BA-61E3CC7936EA}" type="pres">
      <dgm:prSet presAssocID="{7B8C94C2-E34C-4541-96E0-64133D09E1B4}" presName="spNode" presStyleCnt="0"/>
      <dgm:spPr/>
    </dgm:pt>
    <dgm:pt modelId="{66247BB4-BC51-4B5F-8C17-FC2EAA2DA609}" type="pres">
      <dgm:prSet presAssocID="{7077525C-466F-48BA-8C6C-D2108097FAFB}" presName="sibTrans" presStyleLbl="sibTrans1D1" presStyleIdx="0" presStyleCnt="4"/>
      <dgm:spPr/>
    </dgm:pt>
    <dgm:pt modelId="{1EB8DDBD-9176-4C28-AD87-95DB725CC5EA}" type="pres">
      <dgm:prSet presAssocID="{02BDB546-250B-4DE7-B940-A58F912728E4}" presName="node" presStyleLbl="node1" presStyleIdx="1" presStyleCnt="4">
        <dgm:presLayoutVars>
          <dgm:bulletEnabled val="1"/>
        </dgm:presLayoutVars>
      </dgm:prSet>
      <dgm:spPr/>
    </dgm:pt>
    <dgm:pt modelId="{3B644F0F-BE69-4A5C-9C32-4EC9A36C9793}" type="pres">
      <dgm:prSet presAssocID="{02BDB546-250B-4DE7-B940-A58F912728E4}" presName="spNode" presStyleCnt="0"/>
      <dgm:spPr/>
    </dgm:pt>
    <dgm:pt modelId="{E78DDB7B-75A4-4063-B700-D09A8ED50FC6}" type="pres">
      <dgm:prSet presAssocID="{7F58394F-432B-45A5-8ADD-E782A799BE95}" presName="sibTrans" presStyleLbl="sibTrans1D1" presStyleIdx="1" presStyleCnt="4"/>
      <dgm:spPr/>
    </dgm:pt>
    <dgm:pt modelId="{6A87BFB5-AD00-4E7F-99E6-B9A6F52CFF51}" type="pres">
      <dgm:prSet presAssocID="{899593BD-CDB0-4955-8DA8-9452DC2600A7}" presName="node" presStyleLbl="node1" presStyleIdx="2" presStyleCnt="4">
        <dgm:presLayoutVars>
          <dgm:bulletEnabled val="1"/>
        </dgm:presLayoutVars>
      </dgm:prSet>
      <dgm:spPr/>
    </dgm:pt>
    <dgm:pt modelId="{F9B5B829-4CFB-45D0-8F52-5DDBA96B21C7}" type="pres">
      <dgm:prSet presAssocID="{899593BD-CDB0-4955-8DA8-9452DC2600A7}" presName="spNode" presStyleCnt="0"/>
      <dgm:spPr/>
    </dgm:pt>
    <dgm:pt modelId="{A8B03753-B428-4271-B93C-D7BBEC8B6E24}" type="pres">
      <dgm:prSet presAssocID="{65C4347D-22BC-442D-9CAD-5F625220352F}" presName="sibTrans" presStyleLbl="sibTrans1D1" presStyleIdx="2" presStyleCnt="4"/>
      <dgm:spPr/>
    </dgm:pt>
    <dgm:pt modelId="{B4B32B9E-E4C5-49AB-B185-CFB10D30F5F7}" type="pres">
      <dgm:prSet presAssocID="{EB8CE224-ED53-49CF-B1E0-85FF24C7D38F}" presName="node" presStyleLbl="node1" presStyleIdx="3" presStyleCnt="4">
        <dgm:presLayoutVars>
          <dgm:bulletEnabled val="1"/>
        </dgm:presLayoutVars>
      </dgm:prSet>
      <dgm:spPr/>
    </dgm:pt>
    <dgm:pt modelId="{06DD42D5-0F18-44EB-82B0-5D4B2F926D3F}" type="pres">
      <dgm:prSet presAssocID="{EB8CE224-ED53-49CF-B1E0-85FF24C7D38F}" presName="spNode" presStyleCnt="0"/>
      <dgm:spPr/>
    </dgm:pt>
    <dgm:pt modelId="{D180C987-89C3-47A7-9252-7A65892C83DB}" type="pres">
      <dgm:prSet presAssocID="{245726FD-E3D0-4C2A-AE35-B2F27174500F}" presName="sibTrans" presStyleLbl="sibTrans1D1" presStyleIdx="3" presStyleCnt="4"/>
      <dgm:spPr/>
    </dgm:pt>
  </dgm:ptLst>
  <dgm:cxnLst>
    <dgm:cxn modelId="{BF641E03-48C4-419D-8CBC-17632FE2EF47}" type="presOf" srcId="{245726FD-E3D0-4C2A-AE35-B2F27174500F}" destId="{D180C987-89C3-47A7-9252-7A65892C83DB}" srcOrd="0" destOrd="0" presId="urn:microsoft.com/office/officeart/2005/8/layout/cycle5"/>
    <dgm:cxn modelId="{00F69C05-688F-4F17-9280-A1E1FE44ABC3}" type="presOf" srcId="{899593BD-CDB0-4955-8DA8-9452DC2600A7}" destId="{6A87BFB5-AD00-4E7F-99E6-B9A6F52CFF51}" srcOrd="0" destOrd="0" presId="urn:microsoft.com/office/officeart/2005/8/layout/cycle5"/>
    <dgm:cxn modelId="{F8BFBA3F-DCAC-4500-BC7B-6A9D08AD5B51}" type="presOf" srcId="{EB8CE224-ED53-49CF-B1E0-85FF24C7D38F}" destId="{B4B32B9E-E4C5-49AB-B185-CFB10D30F5F7}" srcOrd="0" destOrd="0" presId="urn:microsoft.com/office/officeart/2005/8/layout/cycle5"/>
    <dgm:cxn modelId="{46911C63-C679-4474-A312-3EEFF1742D72}" srcId="{5D906477-7E81-4D80-85C1-EEA345DD74A2}" destId="{EB8CE224-ED53-49CF-B1E0-85FF24C7D38F}" srcOrd="3" destOrd="0" parTransId="{FB405DBA-42A8-40C0-8755-650A4B708BC1}" sibTransId="{245726FD-E3D0-4C2A-AE35-B2F27174500F}"/>
    <dgm:cxn modelId="{20194B50-7420-4EA0-BB10-6859426D855D}" srcId="{5D906477-7E81-4D80-85C1-EEA345DD74A2}" destId="{7B8C94C2-E34C-4541-96E0-64133D09E1B4}" srcOrd="0" destOrd="0" parTransId="{917BF4CC-52FE-4091-AA0E-EEA735FE4C77}" sibTransId="{7077525C-466F-48BA-8C6C-D2108097FAFB}"/>
    <dgm:cxn modelId="{EBE2FB74-5FDF-4244-B3B7-FB5D3C01DA4A}" srcId="{5D906477-7E81-4D80-85C1-EEA345DD74A2}" destId="{899593BD-CDB0-4955-8DA8-9452DC2600A7}" srcOrd="2" destOrd="0" parTransId="{70964BC8-46A1-4EC9-9D7A-251E1E9D5180}" sibTransId="{65C4347D-22BC-442D-9CAD-5F625220352F}"/>
    <dgm:cxn modelId="{85550993-EEE7-4FB1-801A-406E37EE1DEB}" type="presOf" srcId="{65C4347D-22BC-442D-9CAD-5F625220352F}" destId="{A8B03753-B428-4271-B93C-D7BBEC8B6E24}" srcOrd="0" destOrd="0" presId="urn:microsoft.com/office/officeart/2005/8/layout/cycle5"/>
    <dgm:cxn modelId="{AB0DB1B6-E8B4-4986-9F67-E3B4FCB82F17}" type="presOf" srcId="{7B8C94C2-E34C-4541-96E0-64133D09E1B4}" destId="{BF521C44-7F36-4158-B9B2-D08159208D07}" srcOrd="0" destOrd="0" presId="urn:microsoft.com/office/officeart/2005/8/layout/cycle5"/>
    <dgm:cxn modelId="{9AB11FBE-2B61-4F33-94C8-E1BF76FD3275}" type="presOf" srcId="{5D906477-7E81-4D80-85C1-EEA345DD74A2}" destId="{64908E52-9CC6-49C1-AFCF-5756092C0FF3}" srcOrd="0" destOrd="0" presId="urn:microsoft.com/office/officeart/2005/8/layout/cycle5"/>
    <dgm:cxn modelId="{D45D3CBE-C381-46A0-9466-EC48EB70EF56}" srcId="{5D906477-7E81-4D80-85C1-EEA345DD74A2}" destId="{02BDB546-250B-4DE7-B940-A58F912728E4}" srcOrd="1" destOrd="0" parTransId="{425062C7-B493-4C6A-9FBB-3BF6AD9A2CEE}" sibTransId="{7F58394F-432B-45A5-8ADD-E782A799BE95}"/>
    <dgm:cxn modelId="{E9F1D9CB-DC9C-4E3B-9440-832F79759758}" type="presOf" srcId="{02BDB546-250B-4DE7-B940-A58F912728E4}" destId="{1EB8DDBD-9176-4C28-AD87-95DB725CC5EA}" srcOrd="0" destOrd="0" presId="urn:microsoft.com/office/officeart/2005/8/layout/cycle5"/>
    <dgm:cxn modelId="{59B92FF2-AA48-4990-81F6-C99CAF754132}" type="presOf" srcId="{7F58394F-432B-45A5-8ADD-E782A799BE95}" destId="{E78DDB7B-75A4-4063-B700-D09A8ED50FC6}" srcOrd="0" destOrd="0" presId="urn:microsoft.com/office/officeart/2005/8/layout/cycle5"/>
    <dgm:cxn modelId="{1EEFE8FD-47FA-4450-A7B8-27969828ECFC}" type="presOf" srcId="{7077525C-466F-48BA-8C6C-D2108097FAFB}" destId="{66247BB4-BC51-4B5F-8C17-FC2EAA2DA609}" srcOrd="0" destOrd="0" presId="urn:microsoft.com/office/officeart/2005/8/layout/cycle5"/>
    <dgm:cxn modelId="{A72430E9-2DB2-4470-82D6-287EC5F34514}" type="presParOf" srcId="{64908E52-9CC6-49C1-AFCF-5756092C0FF3}" destId="{BF521C44-7F36-4158-B9B2-D08159208D07}" srcOrd="0" destOrd="0" presId="urn:microsoft.com/office/officeart/2005/8/layout/cycle5"/>
    <dgm:cxn modelId="{26BA1A1C-DA4F-442E-ADB9-9A7BD33A1CCD}" type="presParOf" srcId="{64908E52-9CC6-49C1-AFCF-5756092C0FF3}" destId="{ACD00998-3FAA-47DD-B5BA-61E3CC7936EA}" srcOrd="1" destOrd="0" presId="urn:microsoft.com/office/officeart/2005/8/layout/cycle5"/>
    <dgm:cxn modelId="{D417DAD5-20DF-4BC8-B519-7C7CD9E3AEE2}" type="presParOf" srcId="{64908E52-9CC6-49C1-AFCF-5756092C0FF3}" destId="{66247BB4-BC51-4B5F-8C17-FC2EAA2DA609}" srcOrd="2" destOrd="0" presId="urn:microsoft.com/office/officeart/2005/8/layout/cycle5"/>
    <dgm:cxn modelId="{E55FB248-FFA6-4572-97FA-3A943D953DE4}" type="presParOf" srcId="{64908E52-9CC6-49C1-AFCF-5756092C0FF3}" destId="{1EB8DDBD-9176-4C28-AD87-95DB725CC5EA}" srcOrd="3" destOrd="0" presId="urn:microsoft.com/office/officeart/2005/8/layout/cycle5"/>
    <dgm:cxn modelId="{364AC8CC-2608-49BF-BEC8-3084C730AFB1}" type="presParOf" srcId="{64908E52-9CC6-49C1-AFCF-5756092C0FF3}" destId="{3B644F0F-BE69-4A5C-9C32-4EC9A36C9793}" srcOrd="4" destOrd="0" presId="urn:microsoft.com/office/officeart/2005/8/layout/cycle5"/>
    <dgm:cxn modelId="{4C273C59-07CF-48B2-94B6-64293D778911}" type="presParOf" srcId="{64908E52-9CC6-49C1-AFCF-5756092C0FF3}" destId="{E78DDB7B-75A4-4063-B700-D09A8ED50FC6}" srcOrd="5" destOrd="0" presId="urn:microsoft.com/office/officeart/2005/8/layout/cycle5"/>
    <dgm:cxn modelId="{81EFB399-BB38-4F87-9B82-AC7FAB0824BC}" type="presParOf" srcId="{64908E52-9CC6-49C1-AFCF-5756092C0FF3}" destId="{6A87BFB5-AD00-4E7F-99E6-B9A6F52CFF51}" srcOrd="6" destOrd="0" presId="urn:microsoft.com/office/officeart/2005/8/layout/cycle5"/>
    <dgm:cxn modelId="{09BFC5A3-C17F-4E83-A726-BD2930648A0D}" type="presParOf" srcId="{64908E52-9CC6-49C1-AFCF-5756092C0FF3}" destId="{F9B5B829-4CFB-45D0-8F52-5DDBA96B21C7}" srcOrd="7" destOrd="0" presId="urn:microsoft.com/office/officeart/2005/8/layout/cycle5"/>
    <dgm:cxn modelId="{FB6FE32D-144A-44C5-9083-5E393C839DAE}" type="presParOf" srcId="{64908E52-9CC6-49C1-AFCF-5756092C0FF3}" destId="{A8B03753-B428-4271-B93C-D7BBEC8B6E24}" srcOrd="8" destOrd="0" presId="urn:microsoft.com/office/officeart/2005/8/layout/cycle5"/>
    <dgm:cxn modelId="{25F8BE88-AA4A-49DC-B02C-021E04BD0F78}" type="presParOf" srcId="{64908E52-9CC6-49C1-AFCF-5756092C0FF3}" destId="{B4B32B9E-E4C5-49AB-B185-CFB10D30F5F7}" srcOrd="9" destOrd="0" presId="urn:microsoft.com/office/officeart/2005/8/layout/cycle5"/>
    <dgm:cxn modelId="{9E7437FD-0BFA-4370-AD87-F7EB4C755904}" type="presParOf" srcId="{64908E52-9CC6-49C1-AFCF-5756092C0FF3}" destId="{06DD42D5-0F18-44EB-82B0-5D4B2F926D3F}" srcOrd="10" destOrd="0" presId="urn:microsoft.com/office/officeart/2005/8/layout/cycle5"/>
    <dgm:cxn modelId="{A418C382-8368-4FDB-B8D9-AFB142582B18}" type="presParOf" srcId="{64908E52-9CC6-49C1-AFCF-5756092C0FF3}" destId="{D180C987-89C3-47A7-9252-7A65892C83DB}" srcOrd="11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521C44-7F36-4158-B9B2-D08159208D07}">
      <dsp:nvSpPr>
        <dsp:cNvPr id="0" name=""/>
        <dsp:cNvSpPr/>
      </dsp:nvSpPr>
      <dsp:spPr>
        <a:xfrm>
          <a:off x="1827826" y="734"/>
          <a:ext cx="1433930" cy="93205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>
              <a:latin typeface="Aptos Display" panose="02110004020202020204"/>
            </a:rPr>
            <a:t>Identificar</a:t>
          </a:r>
          <a:endParaRPr lang="es-ES" sz="2200" kern="1200" dirty="0"/>
        </a:p>
      </dsp:txBody>
      <dsp:txXfrm>
        <a:off x="1873325" y="46233"/>
        <a:ext cx="1342932" cy="841056"/>
      </dsp:txXfrm>
    </dsp:sp>
    <dsp:sp modelId="{66247BB4-BC51-4B5F-8C17-FC2EAA2DA609}">
      <dsp:nvSpPr>
        <dsp:cNvPr id="0" name=""/>
        <dsp:cNvSpPr/>
      </dsp:nvSpPr>
      <dsp:spPr>
        <a:xfrm>
          <a:off x="1003036" y="466761"/>
          <a:ext cx="3083510" cy="3083510"/>
        </a:xfrm>
        <a:custGeom>
          <a:avLst/>
          <a:gdLst/>
          <a:ahLst/>
          <a:cxnLst/>
          <a:rect l="0" t="0" r="0" b="0"/>
          <a:pathLst>
            <a:path>
              <a:moveTo>
                <a:pt x="2457227" y="301223"/>
              </a:moveTo>
              <a:arcTo wR="1541755" hR="1541755" stAng="18385567" swAng="1635961"/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EB8DDBD-9176-4C28-AD87-95DB725CC5EA}">
      <dsp:nvSpPr>
        <dsp:cNvPr id="0" name=""/>
        <dsp:cNvSpPr/>
      </dsp:nvSpPr>
      <dsp:spPr>
        <a:xfrm>
          <a:off x="3369581" y="1542489"/>
          <a:ext cx="1433930" cy="93205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>
              <a:latin typeface="Aptos Display" panose="02110004020202020204"/>
            </a:rPr>
            <a:t>Contener</a:t>
          </a:r>
          <a:endParaRPr lang="es-ES" sz="2200" kern="1200" dirty="0"/>
        </a:p>
      </dsp:txBody>
      <dsp:txXfrm>
        <a:off x="3415080" y="1587988"/>
        <a:ext cx="1342932" cy="841056"/>
      </dsp:txXfrm>
    </dsp:sp>
    <dsp:sp modelId="{E78DDB7B-75A4-4063-B700-D09A8ED50FC6}">
      <dsp:nvSpPr>
        <dsp:cNvPr id="0" name=""/>
        <dsp:cNvSpPr/>
      </dsp:nvSpPr>
      <dsp:spPr>
        <a:xfrm>
          <a:off x="1003036" y="466761"/>
          <a:ext cx="3083510" cy="3083510"/>
        </a:xfrm>
        <a:custGeom>
          <a:avLst/>
          <a:gdLst/>
          <a:ahLst/>
          <a:cxnLst/>
          <a:rect l="0" t="0" r="0" b="0"/>
          <a:pathLst>
            <a:path>
              <a:moveTo>
                <a:pt x="2923823" y="2225051"/>
              </a:moveTo>
              <a:arcTo wR="1541755" hR="1541755" stAng="1578472" swAng="1635961"/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A87BFB5-AD00-4E7F-99E6-B9A6F52CFF51}">
      <dsp:nvSpPr>
        <dsp:cNvPr id="0" name=""/>
        <dsp:cNvSpPr/>
      </dsp:nvSpPr>
      <dsp:spPr>
        <a:xfrm>
          <a:off x="1827826" y="3084244"/>
          <a:ext cx="1433930" cy="93205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>
              <a:latin typeface="Aptos Display" panose="02110004020202020204"/>
            </a:rPr>
            <a:t>Erradicar</a:t>
          </a:r>
          <a:endParaRPr lang="es-ES" sz="2200" kern="1200" dirty="0"/>
        </a:p>
      </dsp:txBody>
      <dsp:txXfrm>
        <a:off x="1873325" y="3129743"/>
        <a:ext cx="1342932" cy="841056"/>
      </dsp:txXfrm>
    </dsp:sp>
    <dsp:sp modelId="{A8B03753-B428-4271-B93C-D7BBEC8B6E24}">
      <dsp:nvSpPr>
        <dsp:cNvPr id="0" name=""/>
        <dsp:cNvSpPr/>
      </dsp:nvSpPr>
      <dsp:spPr>
        <a:xfrm>
          <a:off x="1003036" y="466761"/>
          <a:ext cx="3083510" cy="3083510"/>
        </a:xfrm>
        <a:custGeom>
          <a:avLst/>
          <a:gdLst/>
          <a:ahLst/>
          <a:cxnLst/>
          <a:rect l="0" t="0" r="0" b="0"/>
          <a:pathLst>
            <a:path>
              <a:moveTo>
                <a:pt x="626282" y="2782286"/>
              </a:moveTo>
              <a:arcTo wR="1541755" hR="1541755" stAng="7585567" swAng="1635961"/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B32B9E-E4C5-49AB-B185-CFB10D30F5F7}">
      <dsp:nvSpPr>
        <dsp:cNvPr id="0" name=""/>
        <dsp:cNvSpPr/>
      </dsp:nvSpPr>
      <dsp:spPr>
        <a:xfrm>
          <a:off x="286071" y="1542489"/>
          <a:ext cx="1433930" cy="932054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>
              <a:latin typeface="Aptos Display" panose="02110004020202020204"/>
            </a:rPr>
            <a:t>Recuperar</a:t>
          </a:r>
          <a:endParaRPr lang="es-ES" sz="2200" kern="1200" dirty="0"/>
        </a:p>
      </dsp:txBody>
      <dsp:txXfrm>
        <a:off x="331570" y="1587988"/>
        <a:ext cx="1342932" cy="841056"/>
      </dsp:txXfrm>
    </dsp:sp>
    <dsp:sp modelId="{D180C987-89C3-47A7-9252-7A65892C83DB}">
      <dsp:nvSpPr>
        <dsp:cNvPr id="0" name=""/>
        <dsp:cNvSpPr/>
      </dsp:nvSpPr>
      <dsp:spPr>
        <a:xfrm>
          <a:off x="1003036" y="466761"/>
          <a:ext cx="3083510" cy="3083510"/>
        </a:xfrm>
        <a:custGeom>
          <a:avLst/>
          <a:gdLst/>
          <a:ahLst/>
          <a:cxnLst/>
          <a:rect l="0" t="0" r="0" b="0"/>
          <a:pathLst>
            <a:path>
              <a:moveTo>
                <a:pt x="159686" y="858458"/>
              </a:moveTo>
              <a:arcTo wR="1541755" hR="1541755" stAng="12378472" swAng="1635961"/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37B28F-6C81-4131-8F39-D52DEB045950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597AAE-15E5-4FBC-A9B1-A6328081E509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4154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597AAE-15E5-4FBC-A9B1-A6328081E509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45525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597AAE-15E5-4FBC-A9B1-A6328081E509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69606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A2C8F-FC09-902E-0B07-E7BB03A2D9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C2826B-9F49-9765-244B-C927BD8F04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820409-41AA-65AA-D69E-471152BE3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D0DFD-D430-F7DB-7724-22A8C5162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C90303-DDD1-E408-5BEC-112BA04E8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8358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1CCF-9694-8BEA-F751-059C7F714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40E26-883A-5F5F-FEA7-58826F91B2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6C96A-4FE3-9E45-783A-31335FF10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C9E02-EADF-261E-735A-1E9A00EB5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38347-E719-243F-D5C8-C82D4D226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829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63BC0-6AC1-ADBF-0861-9483E7F42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A819F6-A9CB-FF2F-F3DE-612664813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F9A59-3AC3-96F7-0C9C-87DD415ED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15438B-EAF1-11DB-E75F-3199DCA4C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8D512-10B5-7BCC-D75F-93FB150D8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566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9708A-CD3E-1194-2A25-37A6AFF1A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DE838-DA40-C0F6-0E1A-1B1A963DD6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228FA5-A106-6AFA-2FD1-C3562F5694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58605-85DA-3A8A-974C-925B8D495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E0E4DC-2B59-1BBA-7E94-47450ED91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03944D-F988-BDF3-A00C-1AFDDEE20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251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46F0A-8955-EF42-7456-D0FDD1B84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06F8C2-3B14-1B1B-F3DB-E41B45723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038F5-0CF4-0B73-3614-2A792CC092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8EF287-6565-4C73-B8F0-F20430C849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81407D-EE4D-6E10-31DA-43462CB8FD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FC6C5E-BE03-44D0-A6B3-F13917B02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072403-B0FC-FEEC-2A0A-F5F649C7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5120CA-8830-55BA-0697-A910781A2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0909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75169-1CA4-C9C8-A656-8F0BBB73C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83B3B9-755B-8F0F-F245-A401B3947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F287F1-795F-6ED1-B443-E1D1A73EC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513F72-7AEA-29F5-C7BC-077F0E650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8849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229BE-31FF-5AD3-584C-5F803FD1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DC36F8-F9EC-6AC1-5ECC-F8D8A780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E6903-3136-5EFB-776D-52DD7F5D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904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20EB5-F015-347A-92C2-3D3A43323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436C4-D875-EA72-55A1-B80A1B42B3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186F7B-F97B-1278-65EA-BBBFCAD92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5198F-8717-B608-203F-7C81747A7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2D9B5-6C00-2AB5-0861-B5199C10F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4ABF-2042-FF91-4D79-D167F1A0B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0224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EFB11-C1A9-DBA2-67FB-BEF9A0B7B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77662A-C41C-8CA1-CB15-3D8C7AA76E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A6C5DC-2532-1114-6708-D7D1B021F5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C19151-4968-16BD-CCE5-A7F84C7D7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E04376-49FB-00D1-7BF8-5E44EB680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E4CE3B-37ED-B258-22B8-317CC6027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9590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2E8F0-3E4C-7F59-2DAD-5234446A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13D18E-7B3B-5353-ACAF-C6C748F533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BE313-B26B-D2E9-2311-0E3A7945C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91FE0C-4C6E-635E-C081-5056AE040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031AB5-AA51-3C3E-B822-9CA2AFECA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9484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603BDF-1029-BB24-F429-A64346D7B8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E25EB2-C2D7-3258-8F0A-E52F1D63A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2454BB-BC9D-2DB2-21AB-40D7ACFC0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AA656-F9F7-64A8-7DEC-75106780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688F48-7B5F-C4F2-6D51-F7B900A3A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92160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02896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A01D5E-AFBE-8F22-B6F4-12347659E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F5CC1B-BF8F-F1E4-2BEF-2FF89DF47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06FBB-F3A3-44BC-0787-859BD8B1A3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B72F82-4018-485F-A613-C7AB3E157621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6C826-ABD0-098F-3F6D-39946AFFA0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FD081-1351-6B26-1407-D5A2333051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B916C1-102A-4CAC-B53A-7DDE6BEA7788}" type="slidenum">
              <a:rPr lang="en-IN" smtClean="0"/>
              <a:t>‹Nº›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5061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11" Type="http://schemas.openxmlformats.org/officeDocument/2006/relationships/image" Target="../media/image5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Relationship Id="rId9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5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1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30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5DAD60F-FAF3-2018-2B8D-E9FE91B2D024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25000"/>
            <a:alphaModFix amt="81000"/>
          </a:blip>
          <a:stretch>
            <a:fillRect/>
          </a:stretch>
        </p:blipFill>
        <p:spPr>
          <a:xfrm>
            <a:off x="-1150861" y="-940472"/>
            <a:ext cx="14493722" cy="7580758"/>
          </a:xfrm>
          <a:custGeom>
            <a:avLst/>
            <a:gdLst>
              <a:gd name="connsiteX0" fmla="*/ 0 w 12056364"/>
              <a:gd name="connsiteY0" fmla="*/ 0 h 6305931"/>
              <a:gd name="connsiteX1" fmla="*/ 12056364 w 12056364"/>
              <a:gd name="connsiteY1" fmla="*/ 0 h 6305931"/>
              <a:gd name="connsiteX2" fmla="*/ 12056364 w 12056364"/>
              <a:gd name="connsiteY2" fmla="*/ 6305931 h 6305931"/>
              <a:gd name="connsiteX3" fmla="*/ 0 w 12056364"/>
              <a:gd name="connsiteY3" fmla="*/ 6305931 h 63059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056364" h="6305931">
                <a:moveTo>
                  <a:pt x="0" y="0"/>
                </a:moveTo>
                <a:lnTo>
                  <a:pt x="12056364" y="0"/>
                </a:lnTo>
                <a:lnTo>
                  <a:pt x="12056364" y="6305931"/>
                </a:lnTo>
                <a:lnTo>
                  <a:pt x="0" y="6305931"/>
                </a:lnTo>
                <a:close/>
              </a:path>
            </a:pathLst>
          </a:cu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128285A-A926-4792-9312-2DD3A83B9B49}"/>
              </a:ext>
            </a:extLst>
          </p:cNvPr>
          <p:cNvSpPr/>
          <p:nvPr/>
        </p:nvSpPr>
        <p:spPr>
          <a:xfrm>
            <a:off x="6008077" y="-5495"/>
            <a:ext cx="6183923" cy="6865327"/>
          </a:xfrm>
          <a:custGeom>
            <a:avLst/>
            <a:gdLst>
              <a:gd name="connsiteX0" fmla="*/ 5495 w 6183922"/>
              <a:gd name="connsiteY0" fmla="*/ 6859832 h 6865326"/>
              <a:gd name="connsiteX1" fmla="*/ 2090005 w 6183922"/>
              <a:gd name="connsiteY1" fmla="*/ 6859832 h 6865326"/>
              <a:gd name="connsiteX2" fmla="*/ 3321661 w 6183922"/>
              <a:gd name="connsiteY2" fmla="*/ 5628176 h 6865326"/>
              <a:gd name="connsiteX3" fmla="*/ 4558445 w 6183922"/>
              <a:gd name="connsiteY3" fmla="*/ 5628176 h 6865326"/>
              <a:gd name="connsiteX4" fmla="*/ 5790101 w 6183922"/>
              <a:gd name="connsiteY4" fmla="*/ 6859832 h 6865326"/>
              <a:gd name="connsiteX5" fmla="*/ 6178428 w 6183922"/>
              <a:gd name="connsiteY5" fmla="*/ 6859832 h 6865326"/>
              <a:gd name="connsiteX6" fmla="*/ 6178428 w 6183922"/>
              <a:gd name="connsiteY6" fmla="*/ 5495 h 6865326"/>
              <a:gd name="connsiteX7" fmla="*/ 5878024 w 6183922"/>
              <a:gd name="connsiteY7" fmla="*/ 5495 h 6865326"/>
              <a:gd name="connsiteX8" fmla="*/ 4557712 w 6183922"/>
              <a:gd name="connsiteY8" fmla="*/ 1324341 h 6865326"/>
              <a:gd name="connsiteX9" fmla="*/ 3320928 w 6183922"/>
              <a:gd name="connsiteY9" fmla="*/ 1324341 h 6865326"/>
              <a:gd name="connsiteX10" fmla="*/ 2002082 w 6183922"/>
              <a:gd name="connsiteY10" fmla="*/ 5495 h 6865326"/>
              <a:gd name="connsiteX11" fmla="*/ 5495 w 6183922"/>
              <a:gd name="connsiteY11" fmla="*/ 5495 h 6865326"/>
              <a:gd name="connsiteX12" fmla="*/ 2347913 w 6183922"/>
              <a:gd name="connsiteY12" fmla="*/ 2347913 h 6865326"/>
              <a:gd name="connsiteX13" fmla="*/ 2347913 w 6183922"/>
              <a:gd name="connsiteY13" fmla="*/ 4518148 h 6865326"/>
              <a:gd name="connsiteX14" fmla="*/ 5495 w 6183922"/>
              <a:gd name="connsiteY14" fmla="*/ 6859832 h 6865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183922" h="6865326">
                <a:moveTo>
                  <a:pt x="5495" y="6859832"/>
                </a:moveTo>
                <a:lnTo>
                  <a:pt x="2090005" y="6859832"/>
                </a:lnTo>
                <a:lnTo>
                  <a:pt x="3321661" y="5628176"/>
                </a:lnTo>
                <a:cubicBezTo>
                  <a:pt x="3663095" y="5286742"/>
                  <a:pt x="4217011" y="5286742"/>
                  <a:pt x="4558445" y="5628176"/>
                </a:cubicBezTo>
                <a:lnTo>
                  <a:pt x="5790101" y="6859832"/>
                </a:lnTo>
                <a:lnTo>
                  <a:pt x="6178428" y="6859832"/>
                </a:lnTo>
                <a:lnTo>
                  <a:pt x="6178428" y="5495"/>
                </a:lnTo>
                <a:lnTo>
                  <a:pt x="5878024" y="5495"/>
                </a:lnTo>
                <a:lnTo>
                  <a:pt x="4557712" y="1324341"/>
                </a:lnTo>
                <a:cubicBezTo>
                  <a:pt x="4216278" y="1665776"/>
                  <a:pt x="3662363" y="1665776"/>
                  <a:pt x="3320928" y="1324341"/>
                </a:cubicBezTo>
                <a:lnTo>
                  <a:pt x="2002082" y="5495"/>
                </a:lnTo>
                <a:lnTo>
                  <a:pt x="5495" y="5495"/>
                </a:lnTo>
                <a:lnTo>
                  <a:pt x="2347913" y="2347913"/>
                </a:lnTo>
                <a:cubicBezTo>
                  <a:pt x="2947255" y="2947255"/>
                  <a:pt x="2947255" y="3918805"/>
                  <a:pt x="2347913" y="4518148"/>
                </a:cubicBezTo>
                <a:lnTo>
                  <a:pt x="5495" y="6859832"/>
                </a:lnTo>
                <a:close/>
              </a:path>
            </a:pathLst>
          </a:custGeom>
          <a:gradFill>
            <a:gsLst>
              <a:gs pos="37000">
                <a:srgbClr val="7B2ED4"/>
              </a:gs>
              <a:gs pos="100000">
                <a:srgbClr val="34135D">
                  <a:alpha val="38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>
              <a:solidFill>
                <a:schemeClr val="lt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899B1E0-B99A-470D-B678-BA28C9776C53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49" b="2041"/>
          <a:stretch/>
        </p:blipFill>
        <p:spPr>
          <a:xfrm>
            <a:off x="5837689" y="1343892"/>
            <a:ext cx="5718418" cy="4748908"/>
          </a:xfrm>
          <a:prstGeom prst="rect">
            <a:avLst/>
          </a:prstGeom>
        </p:spPr>
      </p:pic>
      <p:pic>
        <p:nvPicPr>
          <p:cNvPr id="22" name="Picture Placeholder 3">
            <a:extLst>
              <a:ext uri="{FF2B5EF4-FFF2-40B4-BE49-F238E27FC236}">
                <a16:creationId xmlns:a16="http://schemas.microsoft.com/office/drawing/2014/main" id="{56A05433-5852-9FE1-96FE-96D5D958E6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282" b="22282"/>
          <a:stretch>
            <a:fillRect/>
          </a:stretch>
        </p:blipFill>
        <p:spPr>
          <a:xfrm>
            <a:off x="6115051" y="1632190"/>
            <a:ext cx="5154209" cy="2857260"/>
          </a:xfrm>
          <a:custGeom>
            <a:avLst/>
            <a:gdLst>
              <a:gd name="connsiteX0" fmla="*/ 0 w 5154209"/>
              <a:gd name="connsiteY0" fmla="*/ 0 h 2857260"/>
              <a:gd name="connsiteX1" fmla="*/ 5154209 w 5154209"/>
              <a:gd name="connsiteY1" fmla="*/ 0 h 2857260"/>
              <a:gd name="connsiteX2" fmla="*/ 5154209 w 5154209"/>
              <a:gd name="connsiteY2" fmla="*/ 2857260 h 2857260"/>
              <a:gd name="connsiteX3" fmla="*/ 0 w 5154209"/>
              <a:gd name="connsiteY3" fmla="*/ 2857260 h 285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54209" h="2857260">
                <a:moveTo>
                  <a:pt x="0" y="0"/>
                </a:moveTo>
                <a:lnTo>
                  <a:pt x="5154209" y="0"/>
                </a:lnTo>
                <a:lnTo>
                  <a:pt x="5154209" y="2857260"/>
                </a:lnTo>
                <a:lnTo>
                  <a:pt x="0" y="2857260"/>
                </a:lnTo>
                <a:close/>
              </a:path>
            </a:pathLst>
          </a:cu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17C5E8E-871B-4C6A-A083-42478D170F2A}"/>
              </a:ext>
            </a:extLst>
          </p:cNvPr>
          <p:cNvSpPr txBox="1"/>
          <p:nvPr/>
        </p:nvSpPr>
        <p:spPr>
          <a:xfrm>
            <a:off x="7847737" y="2922320"/>
            <a:ext cx="16888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200" b="1" spc="100">
                <a:solidFill>
                  <a:schemeClr val="bg1"/>
                </a:solidFill>
                <a:latin typeface="Montserrat" panose="00000500000000000000" pitchFamily="2" charset="0"/>
                <a:ea typeface="Open Sans SemiBold" pitchFamily="2" charset="0"/>
                <a:cs typeface="Open Sans SemiBold" pitchFamily="2" charset="0"/>
              </a:defRPr>
            </a:lvl1pPr>
          </a:lstStyle>
          <a:p>
            <a:pPr algn="ctr"/>
            <a:r>
              <a:rPr lang="id-ID" sz="1600" spc="300"/>
              <a:t>VISUALE</a:t>
            </a:r>
            <a:endParaRPr lang="en-ID" sz="1600" spc="3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E74C1D1-AF55-6A16-F975-2B4455426823}"/>
              </a:ext>
            </a:extLst>
          </p:cNvPr>
          <p:cNvGrpSpPr/>
          <p:nvPr/>
        </p:nvGrpSpPr>
        <p:grpSpPr>
          <a:xfrm>
            <a:off x="329768" y="2621459"/>
            <a:ext cx="5201796" cy="1615083"/>
            <a:chOff x="329768" y="2921169"/>
            <a:chExt cx="5201796" cy="161508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B31E712-D9E7-A6FA-EB4C-9D4E587FFC48}"/>
                </a:ext>
              </a:extLst>
            </p:cNvPr>
            <p:cNvSpPr txBox="1"/>
            <p:nvPr/>
          </p:nvSpPr>
          <p:spPr>
            <a:xfrm>
              <a:off x="329768" y="2921169"/>
              <a:ext cx="5201796" cy="1015663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IN" sz="6000" b="1" dirty="0">
                  <a:solidFill>
                    <a:schemeClr val="bg1"/>
                  </a:solidFill>
                  <a:latin typeface="Segoe UI"/>
                  <a:cs typeface="Segoe UI"/>
                </a:rPr>
                <a:t>Proyecto final</a:t>
              </a:r>
              <a:endParaRPr lang="es-ES" dirty="0">
                <a:solidFill>
                  <a:schemeClr val="bg1"/>
                </a:solidFill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1162A8D-B1E9-504D-CFEC-375C7B44F63C}"/>
                </a:ext>
              </a:extLst>
            </p:cNvPr>
            <p:cNvSpPr txBox="1"/>
            <p:nvPr/>
          </p:nvSpPr>
          <p:spPr>
            <a:xfrm>
              <a:off x="690800" y="4013032"/>
              <a:ext cx="4479733" cy="523220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GB" sz="1400" dirty="0">
                  <a:solidFill>
                    <a:schemeClr val="bg1"/>
                  </a:solidFill>
                  <a:latin typeface="Segoe UI"/>
                  <a:cs typeface="Segoe UI"/>
                </a:rPr>
                <a:t>José Roncero Chávez</a:t>
              </a:r>
            </a:p>
            <a:p>
              <a:pPr algn="ctr"/>
              <a:r>
                <a:rPr lang="en-GB" sz="1400" dirty="0">
                  <a:solidFill>
                    <a:schemeClr val="bg1"/>
                  </a:solidFill>
                  <a:latin typeface="Segoe UI"/>
                  <a:cs typeface="Segoe UI"/>
                </a:rPr>
                <a:t>4Geeks Academy</a:t>
              </a:r>
              <a:endParaRPr lang="en-GB" sz="14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8" name="Picture 7" descr="A blue background with a lock&#10;&#10;AI-generated content may be incorrect.">
            <a:extLst>
              <a:ext uri="{FF2B5EF4-FFF2-40B4-BE49-F238E27FC236}">
                <a16:creationId xmlns:a16="http://schemas.microsoft.com/office/drawing/2014/main" id="{E4CE583C-F256-30C5-A17B-D8F7C32B89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4536" y="1612581"/>
            <a:ext cx="5144724" cy="2896478"/>
          </a:xfrm>
          <a:prstGeom prst="rect">
            <a:avLst/>
          </a:prstGeom>
        </p:spPr>
      </p:pic>
      <p:pic>
        <p:nvPicPr>
          <p:cNvPr id="10" name="Imagen 9" descr="Texto&#10;&#10;El contenido generado por IA puede ser incorrecto.">
            <a:extLst>
              <a:ext uri="{FF2B5EF4-FFF2-40B4-BE49-F238E27FC236}">
                <a16:creationId xmlns:a16="http://schemas.microsoft.com/office/drawing/2014/main" id="{DEE080A5-8219-736D-F373-F6A0B2F663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57" y="68234"/>
            <a:ext cx="801718" cy="68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555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0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406DAC9-05C8-2181-6BBC-487F93BC69EC}"/>
              </a:ext>
            </a:extLst>
          </p:cNvPr>
          <p:cNvGrpSpPr/>
          <p:nvPr/>
        </p:nvGrpSpPr>
        <p:grpSpPr>
          <a:xfrm>
            <a:off x="548758" y="-5495"/>
            <a:ext cx="7246313" cy="6865327"/>
            <a:chOff x="548758" y="-5495"/>
            <a:chExt cx="7246313" cy="6865327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2B8A5256-3F6F-4902-9C05-8D616C412A20}"/>
                </a:ext>
              </a:extLst>
            </p:cNvPr>
            <p:cNvSpPr/>
            <p:nvPr/>
          </p:nvSpPr>
          <p:spPr>
            <a:xfrm flipH="1">
              <a:off x="548758" y="-5495"/>
              <a:ext cx="6183923" cy="6865327"/>
            </a:xfrm>
            <a:custGeom>
              <a:avLst/>
              <a:gdLst>
                <a:gd name="connsiteX0" fmla="*/ 5495 w 6183922"/>
                <a:gd name="connsiteY0" fmla="*/ 6859832 h 6865326"/>
                <a:gd name="connsiteX1" fmla="*/ 2090005 w 6183922"/>
                <a:gd name="connsiteY1" fmla="*/ 6859832 h 6865326"/>
                <a:gd name="connsiteX2" fmla="*/ 3321661 w 6183922"/>
                <a:gd name="connsiteY2" fmla="*/ 5628176 h 6865326"/>
                <a:gd name="connsiteX3" fmla="*/ 4558445 w 6183922"/>
                <a:gd name="connsiteY3" fmla="*/ 5628176 h 6865326"/>
                <a:gd name="connsiteX4" fmla="*/ 5790101 w 6183922"/>
                <a:gd name="connsiteY4" fmla="*/ 6859832 h 6865326"/>
                <a:gd name="connsiteX5" fmla="*/ 6178428 w 6183922"/>
                <a:gd name="connsiteY5" fmla="*/ 6859832 h 6865326"/>
                <a:gd name="connsiteX6" fmla="*/ 6178428 w 6183922"/>
                <a:gd name="connsiteY6" fmla="*/ 5495 h 6865326"/>
                <a:gd name="connsiteX7" fmla="*/ 5878024 w 6183922"/>
                <a:gd name="connsiteY7" fmla="*/ 5495 h 6865326"/>
                <a:gd name="connsiteX8" fmla="*/ 4557712 w 6183922"/>
                <a:gd name="connsiteY8" fmla="*/ 1324341 h 6865326"/>
                <a:gd name="connsiteX9" fmla="*/ 3320928 w 6183922"/>
                <a:gd name="connsiteY9" fmla="*/ 1324341 h 6865326"/>
                <a:gd name="connsiteX10" fmla="*/ 2002082 w 6183922"/>
                <a:gd name="connsiteY10" fmla="*/ 5495 h 6865326"/>
                <a:gd name="connsiteX11" fmla="*/ 5495 w 6183922"/>
                <a:gd name="connsiteY11" fmla="*/ 5495 h 6865326"/>
                <a:gd name="connsiteX12" fmla="*/ 2347913 w 6183922"/>
                <a:gd name="connsiteY12" fmla="*/ 2347913 h 6865326"/>
                <a:gd name="connsiteX13" fmla="*/ 2347913 w 6183922"/>
                <a:gd name="connsiteY13" fmla="*/ 4518148 h 6865326"/>
                <a:gd name="connsiteX14" fmla="*/ 5495 w 6183922"/>
                <a:gd name="connsiteY14" fmla="*/ 6859832 h 6865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183922" h="6865326">
                  <a:moveTo>
                    <a:pt x="5495" y="6859832"/>
                  </a:moveTo>
                  <a:lnTo>
                    <a:pt x="2090005" y="6859832"/>
                  </a:lnTo>
                  <a:lnTo>
                    <a:pt x="3321661" y="5628176"/>
                  </a:lnTo>
                  <a:cubicBezTo>
                    <a:pt x="3663095" y="5286742"/>
                    <a:pt x="4217011" y="5286742"/>
                    <a:pt x="4558445" y="5628176"/>
                  </a:cubicBezTo>
                  <a:lnTo>
                    <a:pt x="5790101" y="6859832"/>
                  </a:lnTo>
                  <a:lnTo>
                    <a:pt x="6178428" y="6859832"/>
                  </a:lnTo>
                  <a:lnTo>
                    <a:pt x="6178428" y="5495"/>
                  </a:lnTo>
                  <a:lnTo>
                    <a:pt x="5878024" y="5495"/>
                  </a:lnTo>
                  <a:lnTo>
                    <a:pt x="4557712" y="1324341"/>
                  </a:lnTo>
                  <a:cubicBezTo>
                    <a:pt x="4216278" y="1665776"/>
                    <a:pt x="3662363" y="1665776"/>
                    <a:pt x="3320928" y="1324341"/>
                  </a:cubicBezTo>
                  <a:lnTo>
                    <a:pt x="2002082" y="5495"/>
                  </a:lnTo>
                  <a:lnTo>
                    <a:pt x="5495" y="5495"/>
                  </a:lnTo>
                  <a:lnTo>
                    <a:pt x="2347913" y="2347913"/>
                  </a:lnTo>
                  <a:cubicBezTo>
                    <a:pt x="2947255" y="2947255"/>
                    <a:pt x="2947255" y="3918805"/>
                    <a:pt x="2347913" y="4518148"/>
                  </a:cubicBezTo>
                  <a:lnTo>
                    <a:pt x="5495" y="6859832"/>
                  </a:lnTo>
                  <a:close/>
                </a:path>
              </a:pathLst>
            </a:custGeom>
            <a:gradFill>
              <a:gsLst>
                <a:gs pos="37000">
                  <a:srgbClr val="7B2ED4"/>
                </a:gs>
                <a:gs pos="100000">
                  <a:srgbClr val="34135D">
                    <a:alpha val="38000"/>
                  </a:srgb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6B2316E-524F-4BD7-A459-C9A0E2DC92B6}"/>
                </a:ext>
              </a:extLst>
            </p:cNvPr>
            <p:cNvSpPr/>
            <p:nvPr/>
          </p:nvSpPr>
          <p:spPr>
            <a:xfrm flipH="1">
              <a:off x="1611148" y="-5495"/>
              <a:ext cx="6183923" cy="6865327"/>
            </a:xfrm>
            <a:custGeom>
              <a:avLst/>
              <a:gdLst>
                <a:gd name="connsiteX0" fmla="*/ 5495 w 6183922"/>
                <a:gd name="connsiteY0" fmla="*/ 6859832 h 6865326"/>
                <a:gd name="connsiteX1" fmla="*/ 2090005 w 6183922"/>
                <a:gd name="connsiteY1" fmla="*/ 6859832 h 6865326"/>
                <a:gd name="connsiteX2" fmla="*/ 3321661 w 6183922"/>
                <a:gd name="connsiteY2" fmla="*/ 5628176 h 6865326"/>
                <a:gd name="connsiteX3" fmla="*/ 4558445 w 6183922"/>
                <a:gd name="connsiteY3" fmla="*/ 5628176 h 6865326"/>
                <a:gd name="connsiteX4" fmla="*/ 5790101 w 6183922"/>
                <a:gd name="connsiteY4" fmla="*/ 6859832 h 6865326"/>
                <a:gd name="connsiteX5" fmla="*/ 6178428 w 6183922"/>
                <a:gd name="connsiteY5" fmla="*/ 6859832 h 6865326"/>
                <a:gd name="connsiteX6" fmla="*/ 6178428 w 6183922"/>
                <a:gd name="connsiteY6" fmla="*/ 5495 h 6865326"/>
                <a:gd name="connsiteX7" fmla="*/ 5878024 w 6183922"/>
                <a:gd name="connsiteY7" fmla="*/ 5495 h 6865326"/>
                <a:gd name="connsiteX8" fmla="*/ 4557712 w 6183922"/>
                <a:gd name="connsiteY8" fmla="*/ 1324341 h 6865326"/>
                <a:gd name="connsiteX9" fmla="*/ 3320928 w 6183922"/>
                <a:gd name="connsiteY9" fmla="*/ 1324341 h 6865326"/>
                <a:gd name="connsiteX10" fmla="*/ 2002082 w 6183922"/>
                <a:gd name="connsiteY10" fmla="*/ 5495 h 6865326"/>
                <a:gd name="connsiteX11" fmla="*/ 5495 w 6183922"/>
                <a:gd name="connsiteY11" fmla="*/ 5495 h 6865326"/>
                <a:gd name="connsiteX12" fmla="*/ 2347913 w 6183922"/>
                <a:gd name="connsiteY12" fmla="*/ 2347913 h 6865326"/>
                <a:gd name="connsiteX13" fmla="*/ 2347913 w 6183922"/>
                <a:gd name="connsiteY13" fmla="*/ 4518148 h 6865326"/>
                <a:gd name="connsiteX14" fmla="*/ 5495 w 6183922"/>
                <a:gd name="connsiteY14" fmla="*/ 6859832 h 6865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183922" h="6865326">
                  <a:moveTo>
                    <a:pt x="5495" y="6859832"/>
                  </a:moveTo>
                  <a:lnTo>
                    <a:pt x="2090005" y="6859832"/>
                  </a:lnTo>
                  <a:lnTo>
                    <a:pt x="3321661" y="5628176"/>
                  </a:lnTo>
                  <a:cubicBezTo>
                    <a:pt x="3663095" y="5286742"/>
                    <a:pt x="4217011" y="5286742"/>
                    <a:pt x="4558445" y="5628176"/>
                  </a:cubicBezTo>
                  <a:lnTo>
                    <a:pt x="5790101" y="6859832"/>
                  </a:lnTo>
                  <a:lnTo>
                    <a:pt x="6178428" y="6859832"/>
                  </a:lnTo>
                  <a:lnTo>
                    <a:pt x="6178428" y="5495"/>
                  </a:lnTo>
                  <a:lnTo>
                    <a:pt x="5878024" y="5495"/>
                  </a:lnTo>
                  <a:lnTo>
                    <a:pt x="4557712" y="1324341"/>
                  </a:lnTo>
                  <a:cubicBezTo>
                    <a:pt x="4216278" y="1665776"/>
                    <a:pt x="3662363" y="1665776"/>
                    <a:pt x="3320928" y="1324341"/>
                  </a:cubicBezTo>
                  <a:lnTo>
                    <a:pt x="2002082" y="5495"/>
                  </a:lnTo>
                  <a:lnTo>
                    <a:pt x="5495" y="5495"/>
                  </a:lnTo>
                  <a:lnTo>
                    <a:pt x="2347913" y="2347913"/>
                  </a:lnTo>
                  <a:cubicBezTo>
                    <a:pt x="2947255" y="2947255"/>
                    <a:pt x="2947255" y="3918805"/>
                    <a:pt x="2347913" y="4518148"/>
                  </a:cubicBezTo>
                  <a:lnTo>
                    <a:pt x="5495" y="6859832"/>
                  </a:lnTo>
                  <a:close/>
                </a:path>
              </a:pathLst>
            </a:custGeom>
            <a:gradFill>
              <a:gsLst>
                <a:gs pos="37000">
                  <a:srgbClr val="7B2ED4"/>
                </a:gs>
                <a:gs pos="100000">
                  <a:srgbClr val="34135D">
                    <a:alpha val="38000"/>
                  </a:srgb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solidFill>
                  <a:schemeClr val="lt1"/>
                </a:solidFill>
              </a:endParaRPr>
            </a:p>
          </p:txBody>
        </p:sp>
      </p:grp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0EBB2B28-E217-E1D6-060D-45D66367D54B}"/>
              </a:ext>
            </a:extLst>
          </p:cNvPr>
          <p:cNvSpPr/>
          <p:nvPr/>
        </p:nvSpPr>
        <p:spPr>
          <a:xfrm>
            <a:off x="-1" y="702"/>
            <a:ext cx="5242984" cy="6854337"/>
          </a:xfrm>
          <a:custGeom>
            <a:avLst/>
            <a:gdLst>
              <a:gd name="connsiteX0" fmla="*/ 0 w 5242984"/>
              <a:gd name="connsiteY0" fmla="*/ 0 h 6854337"/>
              <a:gd name="connsiteX1" fmla="*/ 3528550 w 5242984"/>
              <a:gd name="connsiteY1" fmla="*/ 0 h 6854337"/>
              <a:gd name="connsiteX2" fmla="*/ 3683187 w 5242984"/>
              <a:gd name="connsiteY2" fmla="*/ 121521 h 6854337"/>
              <a:gd name="connsiteX3" fmla="*/ 5242984 w 5242984"/>
              <a:gd name="connsiteY3" fmla="*/ 3429000 h 6854337"/>
              <a:gd name="connsiteX4" fmla="*/ 3683187 w 5242984"/>
              <a:gd name="connsiteY4" fmla="*/ 6736479 h 6854337"/>
              <a:gd name="connsiteX5" fmla="*/ 3533211 w 5242984"/>
              <a:gd name="connsiteY5" fmla="*/ 6854337 h 6854337"/>
              <a:gd name="connsiteX6" fmla="*/ 0 w 5242984"/>
              <a:gd name="connsiteY6" fmla="*/ 6854337 h 6854337"/>
              <a:gd name="connsiteX7" fmla="*/ 0 w 5242984"/>
              <a:gd name="connsiteY7" fmla="*/ 0 h 6854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242984" h="6854337">
                <a:moveTo>
                  <a:pt x="0" y="0"/>
                </a:moveTo>
                <a:lnTo>
                  <a:pt x="3528550" y="0"/>
                </a:lnTo>
                <a:lnTo>
                  <a:pt x="3683187" y="121521"/>
                </a:lnTo>
                <a:cubicBezTo>
                  <a:pt x="4635795" y="907682"/>
                  <a:pt x="5242984" y="2097433"/>
                  <a:pt x="5242984" y="3429000"/>
                </a:cubicBezTo>
                <a:cubicBezTo>
                  <a:pt x="5242984" y="4760568"/>
                  <a:pt x="4635795" y="5950318"/>
                  <a:pt x="3683187" y="6736479"/>
                </a:cubicBezTo>
                <a:lnTo>
                  <a:pt x="3533211" y="6854337"/>
                </a:lnTo>
                <a:lnTo>
                  <a:pt x="0" y="685433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7B2ED4"/>
              </a:gs>
              <a:gs pos="100000">
                <a:srgbClr val="34135D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dirty="0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174FD5EF-77DE-439F-BFE2-864BFDDF7CFA}"/>
              </a:ext>
            </a:extLst>
          </p:cNvPr>
          <p:cNvSpPr/>
          <p:nvPr/>
        </p:nvSpPr>
        <p:spPr>
          <a:xfrm>
            <a:off x="11755906" y="1462315"/>
            <a:ext cx="1698172" cy="393337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7B2ED4"/>
              </a:gs>
              <a:gs pos="100000">
                <a:srgbClr val="34135D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B8149D77-EB15-4E7D-8A67-C89816EFD60A}"/>
              </a:ext>
            </a:extLst>
          </p:cNvPr>
          <p:cNvSpPr/>
          <p:nvPr/>
        </p:nvSpPr>
        <p:spPr>
          <a:xfrm rot="10800000">
            <a:off x="11995150" y="1736101"/>
            <a:ext cx="1219684" cy="3385798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7B2ED4"/>
              </a:gs>
              <a:gs pos="100000">
                <a:srgbClr val="34135D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496303-131F-DCCD-A1CC-579ED7F3267D}"/>
              </a:ext>
            </a:extLst>
          </p:cNvPr>
          <p:cNvGrpSpPr/>
          <p:nvPr/>
        </p:nvGrpSpPr>
        <p:grpSpPr>
          <a:xfrm>
            <a:off x="6394520" y="1838981"/>
            <a:ext cx="4795994" cy="2349041"/>
            <a:chOff x="6593540" y="2053601"/>
            <a:chExt cx="4795994" cy="2349041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9AE2E5A-6A8A-46CC-9BDF-A51A089F175C}"/>
                </a:ext>
              </a:extLst>
            </p:cNvPr>
            <p:cNvSpPr txBox="1"/>
            <p:nvPr/>
          </p:nvSpPr>
          <p:spPr>
            <a:xfrm>
              <a:off x="6593540" y="2053601"/>
              <a:ext cx="3848212" cy="646331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r>
                <a:rPr lang="es-ES_tradnl" sz="3600" b="1" dirty="0">
                  <a:solidFill>
                    <a:schemeClr val="bg1"/>
                  </a:solidFill>
                  <a:latin typeface="Segoe UI"/>
                  <a:cs typeface="Segoe UI"/>
                </a:rPr>
                <a:t>Introducción</a:t>
              </a:r>
              <a:endParaRPr lang="es-ES_tradnl" sz="3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96EFC0D-0E1D-7DE9-1D3F-089AB1F869F9}"/>
                </a:ext>
              </a:extLst>
            </p:cNvPr>
            <p:cNvSpPr txBox="1"/>
            <p:nvPr/>
          </p:nvSpPr>
          <p:spPr>
            <a:xfrm>
              <a:off x="6593540" y="2699932"/>
              <a:ext cx="4795994" cy="1702710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ES_tradnl" dirty="0">
                  <a:solidFill>
                    <a:schemeClr val="bg1"/>
                  </a:solidFill>
                  <a:latin typeface="Segoe UI"/>
                  <a:cs typeface="Segoe UI"/>
                </a:rPr>
                <a:t>Se presenta una máquina </a:t>
              </a:r>
              <a:r>
                <a:rPr lang="es-ES_tradnl" dirty="0" err="1">
                  <a:solidFill>
                    <a:schemeClr val="bg1"/>
                  </a:solidFill>
                  <a:latin typeface="Segoe UI"/>
                  <a:cs typeface="Segoe UI"/>
                </a:rPr>
                <a:t>debian</a:t>
              </a:r>
              <a:r>
                <a:rPr lang="es-ES_tradnl" dirty="0">
                  <a:solidFill>
                    <a:schemeClr val="bg1"/>
                  </a:solidFill>
                  <a:latin typeface="Segoe UI"/>
                  <a:cs typeface="Segoe UI"/>
                </a:rPr>
                <a:t> hackeada en la que se identifican distintas vulnerabilidades, se evalúa su impacto y se ejecutan medidas de mitigación.</a:t>
              </a:r>
            </a:p>
          </p:txBody>
        </p:sp>
      </p:grpSp>
      <p:pic>
        <p:nvPicPr>
          <p:cNvPr id="44" name="Picture 43" descr="A blue background with a lock and circuit board&#10;&#10;AI-generated content may be incorrect.">
            <a:extLst>
              <a:ext uri="{FF2B5EF4-FFF2-40B4-BE49-F238E27FC236}">
                <a16:creationId xmlns:a16="http://schemas.microsoft.com/office/drawing/2014/main" id="{829AF471-D023-4ECD-5377-499145E782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043" t="2349" r="27043" b="2767"/>
          <a:stretch>
            <a:fillRect/>
          </a:stretch>
        </p:blipFill>
        <p:spPr>
          <a:xfrm>
            <a:off x="0" y="9429"/>
            <a:ext cx="4976888" cy="6856600"/>
          </a:xfrm>
          <a:custGeom>
            <a:avLst/>
            <a:gdLst>
              <a:gd name="connsiteX0" fmla="*/ 0 w 4976888"/>
              <a:gd name="connsiteY0" fmla="*/ 0 h 6856600"/>
              <a:gd name="connsiteX1" fmla="*/ 3055588 w 4976888"/>
              <a:gd name="connsiteY1" fmla="*/ 0 h 6856600"/>
              <a:gd name="connsiteX2" fmla="*/ 3204440 w 4976888"/>
              <a:gd name="connsiteY2" fmla="*/ 95429 h 6856600"/>
              <a:gd name="connsiteX3" fmla="*/ 4976888 w 4976888"/>
              <a:gd name="connsiteY3" fmla="*/ 3429002 h 6856600"/>
              <a:gd name="connsiteX4" fmla="*/ 3204440 w 4976888"/>
              <a:gd name="connsiteY4" fmla="*/ 6762575 h 6856600"/>
              <a:gd name="connsiteX5" fmla="*/ 3057774 w 4976888"/>
              <a:gd name="connsiteY5" fmla="*/ 6856600 h 6856600"/>
              <a:gd name="connsiteX6" fmla="*/ 0 w 4976888"/>
              <a:gd name="connsiteY6" fmla="*/ 6856600 h 6856600"/>
              <a:gd name="connsiteX7" fmla="*/ 0 w 4976888"/>
              <a:gd name="connsiteY7" fmla="*/ 0 h 6856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976888" h="6856600">
                <a:moveTo>
                  <a:pt x="0" y="0"/>
                </a:moveTo>
                <a:lnTo>
                  <a:pt x="3055588" y="0"/>
                </a:lnTo>
                <a:lnTo>
                  <a:pt x="3204440" y="95429"/>
                </a:lnTo>
                <a:cubicBezTo>
                  <a:pt x="4273806" y="817879"/>
                  <a:pt x="4976888" y="2041334"/>
                  <a:pt x="4976888" y="3429002"/>
                </a:cubicBezTo>
                <a:cubicBezTo>
                  <a:pt x="4976888" y="4816670"/>
                  <a:pt x="4273806" y="6040125"/>
                  <a:pt x="3204440" y="6762575"/>
                </a:cubicBezTo>
                <a:lnTo>
                  <a:pt x="3057774" y="6856600"/>
                </a:lnTo>
                <a:lnTo>
                  <a:pt x="0" y="6856600"/>
                </a:lnTo>
                <a:lnTo>
                  <a:pt x="0" y="0"/>
                </a:lnTo>
                <a:close/>
              </a:path>
            </a:pathLst>
          </a:custGeom>
        </p:spPr>
      </p:pic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EE521319-1CBA-56D7-AD75-DCD35F306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57" y="96456"/>
            <a:ext cx="801718" cy="68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91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0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A blue circular background with a lock and circles&#10;&#10;AI-generated content may be incorrect.">
            <a:extLst>
              <a:ext uri="{FF2B5EF4-FFF2-40B4-BE49-F238E27FC236}">
                <a16:creationId xmlns:a16="http://schemas.microsoft.com/office/drawing/2014/main" id="{34E93CAA-655F-A367-2E9C-8AEEF40FD0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43" t="5338" r="32802" b="6634"/>
          <a:stretch>
            <a:fillRect/>
          </a:stretch>
        </p:blipFill>
        <p:spPr>
          <a:xfrm>
            <a:off x="6019066" y="1831"/>
            <a:ext cx="6172934" cy="6854338"/>
          </a:xfrm>
          <a:custGeom>
            <a:avLst/>
            <a:gdLst>
              <a:gd name="connsiteX0" fmla="*/ 0 w 6172934"/>
              <a:gd name="connsiteY0" fmla="*/ 0 h 6854338"/>
              <a:gd name="connsiteX1" fmla="*/ 1996587 w 6172934"/>
              <a:gd name="connsiteY1" fmla="*/ 0 h 6854338"/>
              <a:gd name="connsiteX2" fmla="*/ 3315434 w 6172934"/>
              <a:gd name="connsiteY2" fmla="*/ 1318846 h 6854338"/>
              <a:gd name="connsiteX3" fmla="*/ 4552218 w 6172934"/>
              <a:gd name="connsiteY3" fmla="*/ 1318846 h 6854338"/>
              <a:gd name="connsiteX4" fmla="*/ 5872530 w 6172934"/>
              <a:gd name="connsiteY4" fmla="*/ 0 h 6854338"/>
              <a:gd name="connsiteX5" fmla="*/ 6172934 w 6172934"/>
              <a:gd name="connsiteY5" fmla="*/ 0 h 6854338"/>
              <a:gd name="connsiteX6" fmla="*/ 6172934 w 6172934"/>
              <a:gd name="connsiteY6" fmla="*/ 6854338 h 6854338"/>
              <a:gd name="connsiteX7" fmla="*/ 5784606 w 6172934"/>
              <a:gd name="connsiteY7" fmla="*/ 6854338 h 6854338"/>
              <a:gd name="connsiteX8" fmla="*/ 4552950 w 6172934"/>
              <a:gd name="connsiteY8" fmla="*/ 5622682 h 6854338"/>
              <a:gd name="connsiteX9" fmla="*/ 3316166 w 6172934"/>
              <a:gd name="connsiteY9" fmla="*/ 5622682 h 6854338"/>
              <a:gd name="connsiteX10" fmla="*/ 2084510 w 6172934"/>
              <a:gd name="connsiteY10" fmla="*/ 6854338 h 6854338"/>
              <a:gd name="connsiteX11" fmla="*/ 0 w 6172934"/>
              <a:gd name="connsiteY11" fmla="*/ 6854338 h 6854338"/>
              <a:gd name="connsiteX12" fmla="*/ 2342418 w 6172934"/>
              <a:gd name="connsiteY12" fmla="*/ 4512654 h 6854338"/>
              <a:gd name="connsiteX13" fmla="*/ 2342418 w 6172934"/>
              <a:gd name="connsiteY13" fmla="*/ 2342418 h 6854338"/>
              <a:gd name="connsiteX14" fmla="*/ 0 w 6172934"/>
              <a:gd name="connsiteY14" fmla="*/ 0 h 685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172934" h="6854338">
                <a:moveTo>
                  <a:pt x="0" y="0"/>
                </a:moveTo>
                <a:lnTo>
                  <a:pt x="1996587" y="0"/>
                </a:lnTo>
                <a:lnTo>
                  <a:pt x="3315434" y="1318846"/>
                </a:lnTo>
                <a:cubicBezTo>
                  <a:pt x="3656868" y="1660281"/>
                  <a:pt x="4210784" y="1660281"/>
                  <a:pt x="4552218" y="1318846"/>
                </a:cubicBezTo>
                <a:lnTo>
                  <a:pt x="5872530" y="0"/>
                </a:lnTo>
                <a:lnTo>
                  <a:pt x="6172934" y="0"/>
                </a:lnTo>
                <a:lnTo>
                  <a:pt x="6172934" y="6854338"/>
                </a:lnTo>
                <a:lnTo>
                  <a:pt x="5784606" y="6854338"/>
                </a:lnTo>
                <a:lnTo>
                  <a:pt x="4552950" y="5622682"/>
                </a:lnTo>
                <a:cubicBezTo>
                  <a:pt x="4211516" y="5281248"/>
                  <a:pt x="3657600" y="5281248"/>
                  <a:pt x="3316166" y="5622682"/>
                </a:cubicBezTo>
                <a:lnTo>
                  <a:pt x="2084510" y="6854338"/>
                </a:lnTo>
                <a:lnTo>
                  <a:pt x="0" y="6854338"/>
                </a:lnTo>
                <a:lnTo>
                  <a:pt x="2342418" y="4512654"/>
                </a:lnTo>
                <a:cubicBezTo>
                  <a:pt x="2941760" y="3913311"/>
                  <a:pt x="2941760" y="2941761"/>
                  <a:pt x="2342418" y="2342418"/>
                </a:cubicBez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86BBEF47-7C03-F2CC-2761-E4DA3C32844C}"/>
              </a:ext>
            </a:extLst>
          </p:cNvPr>
          <p:cNvSpPr/>
          <p:nvPr/>
        </p:nvSpPr>
        <p:spPr>
          <a:xfrm rot="18965586">
            <a:off x="4947188" y="-1571528"/>
            <a:ext cx="5059955" cy="5006360"/>
          </a:xfrm>
          <a:custGeom>
            <a:avLst/>
            <a:gdLst>
              <a:gd name="connsiteX0" fmla="*/ 1272845 w 5059955"/>
              <a:gd name="connsiteY0" fmla="*/ 0 h 5006360"/>
              <a:gd name="connsiteX1" fmla="*/ 5059955 w 5059955"/>
              <a:gd name="connsiteY1" fmla="*/ 3645296 h 5006360"/>
              <a:gd name="connsiteX2" fmla="*/ 4959261 w 5059955"/>
              <a:gd name="connsiteY2" fmla="*/ 3811044 h 5006360"/>
              <a:gd name="connsiteX3" fmla="*/ 2711141 w 5059955"/>
              <a:gd name="connsiteY3" fmla="*/ 5006360 h 5006360"/>
              <a:gd name="connsiteX4" fmla="*/ 0 w 5059955"/>
              <a:gd name="connsiteY4" fmla="*/ 2295219 h 5006360"/>
              <a:gd name="connsiteX5" fmla="*/ 1195317 w 5059955"/>
              <a:gd name="connsiteY5" fmla="*/ 47099 h 5006360"/>
              <a:gd name="connsiteX6" fmla="*/ 1272845 w 5059955"/>
              <a:gd name="connsiteY6" fmla="*/ 0 h 500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59955" h="5006360">
                <a:moveTo>
                  <a:pt x="1272845" y="0"/>
                </a:moveTo>
                <a:lnTo>
                  <a:pt x="5059955" y="3645296"/>
                </a:lnTo>
                <a:lnTo>
                  <a:pt x="4959261" y="3811044"/>
                </a:lnTo>
                <a:cubicBezTo>
                  <a:pt x="4472050" y="4532212"/>
                  <a:pt x="3646966" y="5006360"/>
                  <a:pt x="2711141" y="5006360"/>
                </a:cubicBezTo>
                <a:cubicBezTo>
                  <a:pt x="1213819" y="5006360"/>
                  <a:pt x="1" y="3792541"/>
                  <a:pt x="0" y="2295219"/>
                </a:cubicBezTo>
                <a:cubicBezTo>
                  <a:pt x="0" y="1359393"/>
                  <a:pt x="474149" y="534310"/>
                  <a:pt x="1195317" y="47099"/>
                </a:cubicBezTo>
                <a:lnTo>
                  <a:pt x="1272845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97011DD2-D117-7281-544D-E4D997DAC593}"/>
              </a:ext>
            </a:extLst>
          </p:cNvPr>
          <p:cNvSpPr/>
          <p:nvPr/>
        </p:nvSpPr>
        <p:spPr>
          <a:xfrm rot="3883329">
            <a:off x="9846156" y="5066770"/>
            <a:ext cx="2077003" cy="2367550"/>
          </a:xfrm>
          <a:custGeom>
            <a:avLst/>
            <a:gdLst>
              <a:gd name="connsiteX0" fmla="*/ 93094 w 2077003"/>
              <a:gd name="connsiteY0" fmla="*/ 723510 h 2367550"/>
              <a:gd name="connsiteX1" fmla="*/ 1184617 w 2077003"/>
              <a:gd name="connsiteY1" fmla="*/ 0 h 2367550"/>
              <a:gd name="connsiteX2" fmla="*/ 2022266 w 2077003"/>
              <a:gd name="connsiteY2" fmla="*/ 346966 h 2367550"/>
              <a:gd name="connsiteX3" fmla="*/ 2077003 w 2077003"/>
              <a:gd name="connsiteY3" fmla="*/ 407192 h 2367550"/>
              <a:gd name="connsiteX4" fmla="*/ 1151273 w 2077003"/>
              <a:gd name="connsiteY4" fmla="*/ 2367550 h 2367550"/>
              <a:gd name="connsiteX5" fmla="*/ 1063496 w 2077003"/>
              <a:gd name="connsiteY5" fmla="*/ 2363118 h 2367550"/>
              <a:gd name="connsiteX6" fmla="*/ 1 w 2077003"/>
              <a:gd name="connsiteY6" fmla="*/ 1184617 h 2367550"/>
              <a:gd name="connsiteX7" fmla="*/ 93094 w 2077003"/>
              <a:gd name="connsiteY7" fmla="*/ 723510 h 236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77003" h="2367550">
                <a:moveTo>
                  <a:pt x="93094" y="723510"/>
                </a:moveTo>
                <a:cubicBezTo>
                  <a:pt x="272928" y="298333"/>
                  <a:pt x="693933" y="0"/>
                  <a:pt x="1184617" y="0"/>
                </a:cubicBezTo>
                <a:cubicBezTo>
                  <a:pt x="1511739" y="0"/>
                  <a:pt x="1807892" y="132593"/>
                  <a:pt x="2022266" y="346966"/>
                </a:cubicBezTo>
                <a:lnTo>
                  <a:pt x="2077003" y="407192"/>
                </a:lnTo>
                <a:lnTo>
                  <a:pt x="1151273" y="2367550"/>
                </a:lnTo>
                <a:lnTo>
                  <a:pt x="1063496" y="2363118"/>
                </a:lnTo>
                <a:cubicBezTo>
                  <a:pt x="466147" y="2302455"/>
                  <a:pt x="0" y="1797973"/>
                  <a:pt x="1" y="1184617"/>
                </a:cubicBezTo>
                <a:cubicBezTo>
                  <a:pt x="1" y="1021056"/>
                  <a:pt x="33149" y="865236"/>
                  <a:pt x="93094" y="723510"/>
                </a:cubicBezTo>
                <a:close/>
              </a:path>
            </a:pathLst>
          </a:custGeom>
          <a:gradFill flip="none" rotWithShape="1">
            <a:gsLst>
              <a:gs pos="0">
                <a:srgbClr val="EF01C1">
                  <a:alpha val="31000"/>
                </a:srgbClr>
              </a:gs>
              <a:gs pos="77000">
                <a:srgbClr val="5C21A3">
                  <a:alpha val="3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3D59EAE4-3CAA-6833-E85C-DF6A006EA8E0}"/>
              </a:ext>
            </a:extLst>
          </p:cNvPr>
          <p:cNvSpPr/>
          <p:nvPr/>
        </p:nvSpPr>
        <p:spPr>
          <a:xfrm rot="18965586">
            <a:off x="8839071" y="-898455"/>
            <a:ext cx="2228242" cy="2186055"/>
          </a:xfrm>
          <a:custGeom>
            <a:avLst/>
            <a:gdLst>
              <a:gd name="connsiteX0" fmla="*/ 259140 w 2228242"/>
              <a:gd name="connsiteY0" fmla="*/ 0 h 2186055"/>
              <a:gd name="connsiteX1" fmla="*/ 2228242 w 2228242"/>
              <a:gd name="connsiteY1" fmla="*/ 1895366 h 2186055"/>
              <a:gd name="connsiteX2" fmla="*/ 2155219 w 2228242"/>
              <a:gd name="connsiteY2" fmla="*/ 1949973 h 2186055"/>
              <a:gd name="connsiteX3" fmla="*/ 1382340 w 2228242"/>
              <a:gd name="connsiteY3" fmla="*/ 2186055 h 2186055"/>
              <a:gd name="connsiteX4" fmla="*/ 0 w 2228242"/>
              <a:gd name="connsiteY4" fmla="*/ 803715 h 2186055"/>
              <a:gd name="connsiteX5" fmla="*/ 236082 w 2228242"/>
              <a:gd name="connsiteY5" fmla="*/ 30835 h 2186055"/>
              <a:gd name="connsiteX6" fmla="*/ 259140 w 2228242"/>
              <a:gd name="connsiteY6" fmla="*/ 0 h 2186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242" h="2186055">
                <a:moveTo>
                  <a:pt x="259140" y="0"/>
                </a:moveTo>
                <a:lnTo>
                  <a:pt x="2228242" y="1895366"/>
                </a:lnTo>
                <a:lnTo>
                  <a:pt x="2155219" y="1949973"/>
                </a:lnTo>
                <a:cubicBezTo>
                  <a:pt x="1934596" y="2099023"/>
                  <a:pt x="1668632" y="2186055"/>
                  <a:pt x="1382340" y="2186055"/>
                </a:cubicBezTo>
                <a:cubicBezTo>
                  <a:pt x="618895" y="2186056"/>
                  <a:pt x="0" y="1567160"/>
                  <a:pt x="0" y="803715"/>
                </a:cubicBezTo>
                <a:cubicBezTo>
                  <a:pt x="0" y="517423"/>
                  <a:pt x="87032" y="251459"/>
                  <a:pt x="236082" y="30835"/>
                </a:cubicBezTo>
                <a:lnTo>
                  <a:pt x="259140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CB3ED7C-7E8A-472E-B37F-C96C091EB67B}"/>
              </a:ext>
            </a:extLst>
          </p:cNvPr>
          <p:cNvSpPr/>
          <p:nvPr/>
        </p:nvSpPr>
        <p:spPr>
          <a:xfrm>
            <a:off x="6918831" y="2466230"/>
            <a:ext cx="4279242" cy="1821000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144EBE8D-5009-4DEE-A285-CE8DE1DB2156}"/>
              </a:ext>
            </a:extLst>
          </p:cNvPr>
          <p:cNvSpPr/>
          <p:nvPr/>
        </p:nvSpPr>
        <p:spPr>
          <a:xfrm>
            <a:off x="7071198" y="2597851"/>
            <a:ext cx="4130203" cy="1689739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84" name="Graphic 41">
            <a:extLst>
              <a:ext uri="{FF2B5EF4-FFF2-40B4-BE49-F238E27FC236}">
                <a16:creationId xmlns:a16="http://schemas.microsoft.com/office/drawing/2014/main" id="{A97ACBC0-0B6F-4CB0-93BB-67262C27233E}"/>
              </a:ext>
            </a:extLst>
          </p:cNvPr>
          <p:cNvSpPr/>
          <p:nvPr/>
        </p:nvSpPr>
        <p:spPr>
          <a:xfrm rot="16200000">
            <a:off x="10758202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5" name="Graphic 41">
            <a:extLst>
              <a:ext uri="{FF2B5EF4-FFF2-40B4-BE49-F238E27FC236}">
                <a16:creationId xmlns:a16="http://schemas.microsoft.com/office/drawing/2014/main" id="{1EFDB0A1-DA47-4756-AE66-BC43F6B92B99}"/>
              </a:ext>
            </a:extLst>
          </p:cNvPr>
          <p:cNvSpPr/>
          <p:nvPr/>
        </p:nvSpPr>
        <p:spPr>
          <a:xfrm rot="16200000">
            <a:off x="11061109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6" name="Graphic 41">
            <a:extLst>
              <a:ext uri="{FF2B5EF4-FFF2-40B4-BE49-F238E27FC236}">
                <a16:creationId xmlns:a16="http://schemas.microsoft.com/office/drawing/2014/main" id="{7D9E3E80-B861-4FB9-8E82-B17D0702BAC4}"/>
              </a:ext>
            </a:extLst>
          </p:cNvPr>
          <p:cNvSpPr/>
          <p:nvPr/>
        </p:nvSpPr>
        <p:spPr>
          <a:xfrm rot="16200000">
            <a:off x="11360250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7" name="Graphic 41">
            <a:extLst>
              <a:ext uri="{FF2B5EF4-FFF2-40B4-BE49-F238E27FC236}">
                <a16:creationId xmlns:a16="http://schemas.microsoft.com/office/drawing/2014/main" id="{1440F24C-009C-4979-A272-5985A24F1C15}"/>
              </a:ext>
            </a:extLst>
          </p:cNvPr>
          <p:cNvSpPr/>
          <p:nvPr/>
        </p:nvSpPr>
        <p:spPr>
          <a:xfrm rot="16200000">
            <a:off x="10758204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8" name="Graphic 41">
            <a:extLst>
              <a:ext uri="{FF2B5EF4-FFF2-40B4-BE49-F238E27FC236}">
                <a16:creationId xmlns:a16="http://schemas.microsoft.com/office/drawing/2014/main" id="{D5D6A233-AFF7-454B-8D2A-ACA5FBC4F5AA}"/>
              </a:ext>
            </a:extLst>
          </p:cNvPr>
          <p:cNvSpPr/>
          <p:nvPr/>
        </p:nvSpPr>
        <p:spPr>
          <a:xfrm rot="16200000">
            <a:off x="1106111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9" name="Graphic 41">
            <a:extLst>
              <a:ext uri="{FF2B5EF4-FFF2-40B4-BE49-F238E27FC236}">
                <a16:creationId xmlns:a16="http://schemas.microsoft.com/office/drawing/2014/main" id="{95ACB503-46B0-42E3-AD33-5872CB54B5EA}"/>
              </a:ext>
            </a:extLst>
          </p:cNvPr>
          <p:cNvSpPr/>
          <p:nvPr/>
        </p:nvSpPr>
        <p:spPr>
          <a:xfrm rot="16200000">
            <a:off x="1136025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0" name="Graphic 41">
            <a:extLst>
              <a:ext uri="{FF2B5EF4-FFF2-40B4-BE49-F238E27FC236}">
                <a16:creationId xmlns:a16="http://schemas.microsoft.com/office/drawing/2014/main" id="{D6C54716-CCE4-4B02-AD75-AB5466BDD9B0}"/>
              </a:ext>
            </a:extLst>
          </p:cNvPr>
          <p:cNvSpPr/>
          <p:nvPr/>
        </p:nvSpPr>
        <p:spPr>
          <a:xfrm rot="16200000">
            <a:off x="10758205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1" name="Graphic 41">
            <a:extLst>
              <a:ext uri="{FF2B5EF4-FFF2-40B4-BE49-F238E27FC236}">
                <a16:creationId xmlns:a16="http://schemas.microsoft.com/office/drawing/2014/main" id="{8C8DE339-BCCC-4BF1-8FFA-16E7D2C5E320}"/>
              </a:ext>
            </a:extLst>
          </p:cNvPr>
          <p:cNvSpPr/>
          <p:nvPr/>
        </p:nvSpPr>
        <p:spPr>
          <a:xfrm rot="16200000">
            <a:off x="1106111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2" name="Graphic 41">
            <a:extLst>
              <a:ext uri="{FF2B5EF4-FFF2-40B4-BE49-F238E27FC236}">
                <a16:creationId xmlns:a16="http://schemas.microsoft.com/office/drawing/2014/main" id="{2E0DFA5F-2827-44F3-88CE-08C4DF75AA92}"/>
              </a:ext>
            </a:extLst>
          </p:cNvPr>
          <p:cNvSpPr/>
          <p:nvPr/>
        </p:nvSpPr>
        <p:spPr>
          <a:xfrm rot="16200000">
            <a:off x="1136025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574382F-5263-DC95-4FF5-B5E417EDBA38}"/>
              </a:ext>
            </a:extLst>
          </p:cNvPr>
          <p:cNvSpPr txBox="1"/>
          <p:nvPr/>
        </p:nvSpPr>
        <p:spPr>
          <a:xfrm>
            <a:off x="7260278" y="2616778"/>
            <a:ext cx="3686191" cy="175432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IN" sz="3600" b="1" dirty="0" err="1">
                <a:solidFill>
                  <a:schemeClr val="bg1"/>
                </a:solidFill>
                <a:latin typeface="Segoe UI"/>
                <a:cs typeface="Segoe UI"/>
              </a:rPr>
              <a:t>Análisis</a:t>
            </a:r>
            <a:r>
              <a:rPr lang="en-IN" sz="3600" b="1" dirty="0">
                <a:solidFill>
                  <a:schemeClr val="bg1"/>
                </a:solidFill>
                <a:latin typeface="Segoe UI"/>
                <a:cs typeface="Segoe UI"/>
              </a:rPr>
              <a:t> </a:t>
            </a:r>
            <a:r>
              <a:rPr lang="en-IN" sz="3600" b="1" dirty="0" err="1">
                <a:solidFill>
                  <a:schemeClr val="bg1"/>
                </a:solidFill>
                <a:latin typeface="Segoe UI"/>
                <a:cs typeface="Segoe UI"/>
              </a:rPr>
              <a:t>inicial</a:t>
            </a:r>
            <a:r>
              <a:rPr lang="en-IN" sz="3600" b="1" dirty="0">
                <a:solidFill>
                  <a:schemeClr val="bg1"/>
                </a:solidFill>
                <a:latin typeface="Segoe UI"/>
                <a:cs typeface="Segoe UI"/>
              </a:rPr>
              <a:t>, </a:t>
            </a:r>
            <a:r>
              <a:rPr lang="en-IN" sz="3600" b="1" dirty="0" err="1">
                <a:solidFill>
                  <a:schemeClr val="bg1"/>
                </a:solidFill>
                <a:latin typeface="Segoe UI"/>
                <a:cs typeface="Segoe UI"/>
              </a:rPr>
              <a:t>accesos</a:t>
            </a:r>
            <a:r>
              <a:rPr lang="en-IN" sz="3600" b="1" dirty="0">
                <a:solidFill>
                  <a:schemeClr val="bg1"/>
                </a:solidFill>
                <a:latin typeface="Segoe UI"/>
                <a:cs typeface="Segoe UI"/>
              </a:rPr>
              <a:t> y </a:t>
            </a:r>
            <a:r>
              <a:rPr lang="en-IN" sz="3600" b="1" dirty="0" err="1">
                <a:solidFill>
                  <a:schemeClr val="bg1"/>
                </a:solidFill>
                <a:latin typeface="Segoe UI"/>
                <a:cs typeface="Segoe UI"/>
              </a:rPr>
              <a:t>autenticaciones</a:t>
            </a:r>
            <a:endParaRPr lang="es-ES" dirty="0" err="1">
              <a:solidFill>
                <a:schemeClr val="bg1"/>
              </a:solidFill>
            </a:endParaRPr>
          </a:p>
        </p:txBody>
      </p:sp>
      <p:pic>
        <p:nvPicPr>
          <p:cNvPr id="3" name="Imagen 2" descr="Imagen que contiene naranja, oscuro, azul, cerca&#10;&#10;El contenido generado por IA puede ser incorrecto.">
            <a:extLst>
              <a:ext uri="{FF2B5EF4-FFF2-40B4-BE49-F238E27FC236}">
                <a16:creationId xmlns:a16="http://schemas.microsoft.com/office/drawing/2014/main" id="{515F6A21-105D-4E80-189B-E3405BA5E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47" y="855808"/>
            <a:ext cx="6007811" cy="30453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95358056-F660-4AD9-4F68-181B6ACA1B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337" y="1258509"/>
            <a:ext cx="6342281" cy="2410660"/>
          </a:xfrm>
          <a:prstGeom prst="rect">
            <a:avLst/>
          </a:prstGeom>
        </p:spPr>
      </p:pic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6526AB48-0142-DB37-E6DC-87E7117136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690" y="3747110"/>
            <a:ext cx="3744406" cy="2970810"/>
          </a:xfrm>
          <a:prstGeom prst="rect">
            <a:avLst/>
          </a:prstGeom>
        </p:spPr>
      </p:pic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BAB78573-757C-8D04-F48D-957394322F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457" y="68234"/>
            <a:ext cx="801718" cy="68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697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0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6E0FD7-5B30-D477-72A5-F52E560CB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A blue circular background with a lock and circles&#10;&#10;AI-generated content may be incorrect.">
            <a:extLst>
              <a:ext uri="{FF2B5EF4-FFF2-40B4-BE49-F238E27FC236}">
                <a16:creationId xmlns:a16="http://schemas.microsoft.com/office/drawing/2014/main" id="{1FC6180B-5244-C88A-A2AA-8DFF16F2C1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43" t="5338" r="32802" b="6634"/>
          <a:stretch>
            <a:fillRect/>
          </a:stretch>
        </p:blipFill>
        <p:spPr>
          <a:xfrm>
            <a:off x="6019066" y="1831"/>
            <a:ext cx="6172934" cy="6854338"/>
          </a:xfrm>
          <a:custGeom>
            <a:avLst/>
            <a:gdLst>
              <a:gd name="connsiteX0" fmla="*/ 0 w 6172934"/>
              <a:gd name="connsiteY0" fmla="*/ 0 h 6854338"/>
              <a:gd name="connsiteX1" fmla="*/ 1996587 w 6172934"/>
              <a:gd name="connsiteY1" fmla="*/ 0 h 6854338"/>
              <a:gd name="connsiteX2" fmla="*/ 3315434 w 6172934"/>
              <a:gd name="connsiteY2" fmla="*/ 1318846 h 6854338"/>
              <a:gd name="connsiteX3" fmla="*/ 4552218 w 6172934"/>
              <a:gd name="connsiteY3" fmla="*/ 1318846 h 6854338"/>
              <a:gd name="connsiteX4" fmla="*/ 5872530 w 6172934"/>
              <a:gd name="connsiteY4" fmla="*/ 0 h 6854338"/>
              <a:gd name="connsiteX5" fmla="*/ 6172934 w 6172934"/>
              <a:gd name="connsiteY5" fmla="*/ 0 h 6854338"/>
              <a:gd name="connsiteX6" fmla="*/ 6172934 w 6172934"/>
              <a:gd name="connsiteY6" fmla="*/ 6854338 h 6854338"/>
              <a:gd name="connsiteX7" fmla="*/ 5784606 w 6172934"/>
              <a:gd name="connsiteY7" fmla="*/ 6854338 h 6854338"/>
              <a:gd name="connsiteX8" fmla="*/ 4552950 w 6172934"/>
              <a:gd name="connsiteY8" fmla="*/ 5622682 h 6854338"/>
              <a:gd name="connsiteX9" fmla="*/ 3316166 w 6172934"/>
              <a:gd name="connsiteY9" fmla="*/ 5622682 h 6854338"/>
              <a:gd name="connsiteX10" fmla="*/ 2084510 w 6172934"/>
              <a:gd name="connsiteY10" fmla="*/ 6854338 h 6854338"/>
              <a:gd name="connsiteX11" fmla="*/ 0 w 6172934"/>
              <a:gd name="connsiteY11" fmla="*/ 6854338 h 6854338"/>
              <a:gd name="connsiteX12" fmla="*/ 2342418 w 6172934"/>
              <a:gd name="connsiteY12" fmla="*/ 4512654 h 6854338"/>
              <a:gd name="connsiteX13" fmla="*/ 2342418 w 6172934"/>
              <a:gd name="connsiteY13" fmla="*/ 2342418 h 6854338"/>
              <a:gd name="connsiteX14" fmla="*/ 0 w 6172934"/>
              <a:gd name="connsiteY14" fmla="*/ 0 h 685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172934" h="6854338">
                <a:moveTo>
                  <a:pt x="0" y="0"/>
                </a:moveTo>
                <a:lnTo>
                  <a:pt x="1996587" y="0"/>
                </a:lnTo>
                <a:lnTo>
                  <a:pt x="3315434" y="1318846"/>
                </a:lnTo>
                <a:cubicBezTo>
                  <a:pt x="3656868" y="1660281"/>
                  <a:pt x="4210784" y="1660281"/>
                  <a:pt x="4552218" y="1318846"/>
                </a:cubicBezTo>
                <a:lnTo>
                  <a:pt x="5872530" y="0"/>
                </a:lnTo>
                <a:lnTo>
                  <a:pt x="6172934" y="0"/>
                </a:lnTo>
                <a:lnTo>
                  <a:pt x="6172934" y="6854338"/>
                </a:lnTo>
                <a:lnTo>
                  <a:pt x="5784606" y="6854338"/>
                </a:lnTo>
                <a:lnTo>
                  <a:pt x="4552950" y="5622682"/>
                </a:lnTo>
                <a:cubicBezTo>
                  <a:pt x="4211516" y="5281248"/>
                  <a:pt x="3657600" y="5281248"/>
                  <a:pt x="3316166" y="5622682"/>
                </a:cubicBezTo>
                <a:lnTo>
                  <a:pt x="2084510" y="6854338"/>
                </a:lnTo>
                <a:lnTo>
                  <a:pt x="0" y="6854338"/>
                </a:lnTo>
                <a:lnTo>
                  <a:pt x="2342418" y="4512654"/>
                </a:lnTo>
                <a:cubicBezTo>
                  <a:pt x="2941760" y="3913311"/>
                  <a:pt x="2941760" y="2941761"/>
                  <a:pt x="2342418" y="2342418"/>
                </a:cubicBez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00998D14-17D4-4D9E-3439-7F95691CB0E1}"/>
              </a:ext>
            </a:extLst>
          </p:cNvPr>
          <p:cNvSpPr/>
          <p:nvPr/>
        </p:nvSpPr>
        <p:spPr>
          <a:xfrm rot="18965586">
            <a:off x="4947188" y="-1571528"/>
            <a:ext cx="5059955" cy="5006360"/>
          </a:xfrm>
          <a:custGeom>
            <a:avLst/>
            <a:gdLst>
              <a:gd name="connsiteX0" fmla="*/ 1272845 w 5059955"/>
              <a:gd name="connsiteY0" fmla="*/ 0 h 5006360"/>
              <a:gd name="connsiteX1" fmla="*/ 5059955 w 5059955"/>
              <a:gd name="connsiteY1" fmla="*/ 3645296 h 5006360"/>
              <a:gd name="connsiteX2" fmla="*/ 4959261 w 5059955"/>
              <a:gd name="connsiteY2" fmla="*/ 3811044 h 5006360"/>
              <a:gd name="connsiteX3" fmla="*/ 2711141 w 5059955"/>
              <a:gd name="connsiteY3" fmla="*/ 5006360 h 5006360"/>
              <a:gd name="connsiteX4" fmla="*/ 0 w 5059955"/>
              <a:gd name="connsiteY4" fmla="*/ 2295219 h 5006360"/>
              <a:gd name="connsiteX5" fmla="*/ 1195317 w 5059955"/>
              <a:gd name="connsiteY5" fmla="*/ 47099 h 5006360"/>
              <a:gd name="connsiteX6" fmla="*/ 1272845 w 5059955"/>
              <a:gd name="connsiteY6" fmla="*/ 0 h 500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59955" h="5006360">
                <a:moveTo>
                  <a:pt x="1272845" y="0"/>
                </a:moveTo>
                <a:lnTo>
                  <a:pt x="5059955" y="3645296"/>
                </a:lnTo>
                <a:lnTo>
                  <a:pt x="4959261" y="3811044"/>
                </a:lnTo>
                <a:cubicBezTo>
                  <a:pt x="4472050" y="4532212"/>
                  <a:pt x="3646966" y="5006360"/>
                  <a:pt x="2711141" y="5006360"/>
                </a:cubicBezTo>
                <a:cubicBezTo>
                  <a:pt x="1213819" y="5006360"/>
                  <a:pt x="1" y="3792541"/>
                  <a:pt x="0" y="2295219"/>
                </a:cubicBezTo>
                <a:cubicBezTo>
                  <a:pt x="0" y="1359393"/>
                  <a:pt x="474149" y="534310"/>
                  <a:pt x="1195317" y="47099"/>
                </a:cubicBezTo>
                <a:lnTo>
                  <a:pt x="1272845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FBBC836B-6F56-0BAE-3991-B9452080EC18}"/>
              </a:ext>
            </a:extLst>
          </p:cNvPr>
          <p:cNvSpPr/>
          <p:nvPr/>
        </p:nvSpPr>
        <p:spPr>
          <a:xfrm rot="3883329">
            <a:off x="9846156" y="5066770"/>
            <a:ext cx="2077003" cy="2367550"/>
          </a:xfrm>
          <a:custGeom>
            <a:avLst/>
            <a:gdLst>
              <a:gd name="connsiteX0" fmla="*/ 93094 w 2077003"/>
              <a:gd name="connsiteY0" fmla="*/ 723510 h 2367550"/>
              <a:gd name="connsiteX1" fmla="*/ 1184617 w 2077003"/>
              <a:gd name="connsiteY1" fmla="*/ 0 h 2367550"/>
              <a:gd name="connsiteX2" fmla="*/ 2022266 w 2077003"/>
              <a:gd name="connsiteY2" fmla="*/ 346966 h 2367550"/>
              <a:gd name="connsiteX3" fmla="*/ 2077003 w 2077003"/>
              <a:gd name="connsiteY3" fmla="*/ 407192 h 2367550"/>
              <a:gd name="connsiteX4" fmla="*/ 1151273 w 2077003"/>
              <a:gd name="connsiteY4" fmla="*/ 2367550 h 2367550"/>
              <a:gd name="connsiteX5" fmla="*/ 1063496 w 2077003"/>
              <a:gd name="connsiteY5" fmla="*/ 2363118 h 2367550"/>
              <a:gd name="connsiteX6" fmla="*/ 1 w 2077003"/>
              <a:gd name="connsiteY6" fmla="*/ 1184617 h 2367550"/>
              <a:gd name="connsiteX7" fmla="*/ 93094 w 2077003"/>
              <a:gd name="connsiteY7" fmla="*/ 723510 h 236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77003" h="2367550">
                <a:moveTo>
                  <a:pt x="93094" y="723510"/>
                </a:moveTo>
                <a:cubicBezTo>
                  <a:pt x="272928" y="298333"/>
                  <a:pt x="693933" y="0"/>
                  <a:pt x="1184617" y="0"/>
                </a:cubicBezTo>
                <a:cubicBezTo>
                  <a:pt x="1511739" y="0"/>
                  <a:pt x="1807892" y="132593"/>
                  <a:pt x="2022266" y="346966"/>
                </a:cubicBezTo>
                <a:lnTo>
                  <a:pt x="2077003" y="407192"/>
                </a:lnTo>
                <a:lnTo>
                  <a:pt x="1151273" y="2367550"/>
                </a:lnTo>
                <a:lnTo>
                  <a:pt x="1063496" y="2363118"/>
                </a:lnTo>
                <a:cubicBezTo>
                  <a:pt x="466147" y="2302455"/>
                  <a:pt x="0" y="1797973"/>
                  <a:pt x="1" y="1184617"/>
                </a:cubicBezTo>
                <a:cubicBezTo>
                  <a:pt x="1" y="1021056"/>
                  <a:pt x="33149" y="865236"/>
                  <a:pt x="93094" y="723510"/>
                </a:cubicBezTo>
                <a:close/>
              </a:path>
            </a:pathLst>
          </a:custGeom>
          <a:gradFill flip="none" rotWithShape="1">
            <a:gsLst>
              <a:gs pos="0">
                <a:srgbClr val="EF01C1">
                  <a:alpha val="31000"/>
                </a:srgbClr>
              </a:gs>
              <a:gs pos="77000">
                <a:srgbClr val="5C21A3">
                  <a:alpha val="3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34960489-A463-E41B-FE77-E07C43DD8BA0}"/>
              </a:ext>
            </a:extLst>
          </p:cNvPr>
          <p:cNvSpPr/>
          <p:nvPr/>
        </p:nvSpPr>
        <p:spPr>
          <a:xfrm rot="18965586">
            <a:off x="8839071" y="-898455"/>
            <a:ext cx="2228242" cy="2186055"/>
          </a:xfrm>
          <a:custGeom>
            <a:avLst/>
            <a:gdLst>
              <a:gd name="connsiteX0" fmla="*/ 259140 w 2228242"/>
              <a:gd name="connsiteY0" fmla="*/ 0 h 2186055"/>
              <a:gd name="connsiteX1" fmla="*/ 2228242 w 2228242"/>
              <a:gd name="connsiteY1" fmla="*/ 1895366 h 2186055"/>
              <a:gd name="connsiteX2" fmla="*/ 2155219 w 2228242"/>
              <a:gd name="connsiteY2" fmla="*/ 1949973 h 2186055"/>
              <a:gd name="connsiteX3" fmla="*/ 1382340 w 2228242"/>
              <a:gd name="connsiteY3" fmla="*/ 2186055 h 2186055"/>
              <a:gd name="connsiteX4" fmla="*/ 0 w 2228242"/>
              <a:gd name="connsiteY4" fmla="*/ 803715 h 2186055"/>
              <a:gd name="connsiteX5" fmla="*/ 236082 w 2228242"/>
              <a:gd name="connsiteY5" fmla="*/ 30835 h 2186055"/>
              <a:gd name="connsiteX6" fmla="*/ 259140 w 2228242"/>
              <a:gd name="connsiteY6" fmla="*/ 0 h 2186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242" h="2186055">
                <a:moveTo>
                  <a:pt x="259140" y="0"/>
                </a:moveTo>
                <a:lnTo>
                  <a:pt x="2228242" y="1895366"/>
                </a:lnTo>
                <a:lnTo>
                  <a:pt x="2155219" y="1949973"/>
                </a:lnTo>
                <a:cubicBezTo>
                  <a:pt x="1934596" y="2099023"/>
                  <a:pt x="1668632" y="2186055"/>
                  <a:pt x="1382340" y="2186055"/>
                </a:cubicBezTo>
                <a:cubicBezTo>
                  <a:pt x="618895" y="2186056"/>
                  <a:pt x="0" y="1567160"/>
                  <a:pt x="0" y="803715"/>
                </a:cubicBezTo>
                <a:cubicBezTo>
                  <a:pt x="0" y="517423"/>
                  <a:pt x="87032" y="251459"/>
                  <a:pt x="236082" y="30835"/>
                </a:cubicBezTo>
                <a:lnTo>
                  <a:pt x="259140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A4E93180-6F92-37EE-E891-79CCC1428C89}"/>
              </a:ext>
            </a:extLst>
          </p:cNvPr>
          <p:cNvSpPr/>
          <p:nvPr/>
        </p:nvSpPr>
        <p:spPr>
          <a:xfrm>
            <a:off x="6918831" y="2466230"/>
            <a:ext cx="4279242" cy="1821000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1DF6C7FA-B55F-3F2C-FEFD-F8338B8AA020}"/>
              </a:ext>
            </a:extLst>
          </p:cNvPr>
          <p:cNvSpPr/>
          <p:nvPr/>
        </p:nvSpPr>
        <p:spPr>
          <a:xfrm>
            <a:off x="7071198" y="2597851"/>
            <a:ext cx="4130203" cy="1689739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84" name="Graphic 41">
            <a:extLst>
              <a:ext uri="{FF2B5EF4-FFF2-40B4-BE49-F238E27FC236}">
                <a16:creationId xmlns:a16="http://schemas.microsoft.com/office/drawing/2014/main" id="{1BE7FA09-4235-14DC-82E0-A9AAA28DA139}"/>
              </a:ext>
            </a:extLst>
          </p:cNvPr>
          <p:cNvSpPr/>
          <p:nvPr/>
        </p:nvSpPr>
        <p:spPr>
          <a:xfrm rot="16200000">
            <a:off x="10758202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5" name="Graphic 41">
            <a:extLst>
              <a:ext uri="{FF2B5EF4-FFF2-40B4-BE49-F238E27FC236}">
                <a16:creationId xmlns:a16="http://schemas.microsoft.com/office/drawing/2014/main" id="{972C9495-0EC8-74BE-18D9-43A26CAB31D9}"/>
              </a:ext>
            </a:extLst>
          </p:cNvPr>
          <p:cNvSpPr/>
          <p:nvPr/>
        </p:nvSpPr>
        <p:spPr>
          <a:xfrm rot="16200000">
            <a:off x="11061109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6" name="Graphic 41">
            <a:extLst>
              <a:ext uri="{FF2B5EF4-FFF2-40B4-BE49-F238E27FC236}">
                <a16:creationId xmlns:a16="http://schemas.microsoft.com/office/drawing/2014/main" id="{8519BE91-DED3-49EF-44C8-C931B923F70E}"/>
              </a:ext>
            </a:extLst>
          </p:cNvPr>
          <p:cNvSpPr/>
          <p:nvPr/>
        </p:nvSpPr>
        <p:spPr>
          <a:xfrm rot="16200000">
            <a:off x="11360250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7" name="Graphic 41">
            <a:extLst>
              <a:ext uri="{FF2B5EF4-FFF2-40B4-BE49-F238E27FC236}">
                <a16:creationId xmlns:a16="http://schemas.microsoft.com/office/drawing/2014/main" id="{2DF815AA-F054-93F2-EDC6-B3ED03209FF2}"/>
              </a:ext>
            </a:extLst>
          </p:cNvPr>
          <p:cNvSpPr/>
          <p:nvPr/>
        </p:nvSpPr>
        <p:spPr>
          <a:xfrm rot="16200000">
            <a:off x="10758204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8" name="Graphic 41">
            <a:extLst>
              <a:ext uri="{FF2B5EF4-FFF2-40B4-BE49-F238E27FC236}">
                <a16:creationId xmlns:a16="http://schemas.microsoft.com/office/drawing/2014/main" id="{AB53EE3F-CBF9-C09D-986F-DA2701C38037}"/>
              </a:ext>
            </a:extLst>
          </p:cNvPr>
          <p:cNvSpPr/>
          <p:nvPr/>
        </p:nvSpPr>
        <p:spPr>
          <a:xfrm rot="16200000">
            <a:off x="1106111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9" name="Graphic 41">
            <a:extLst>
              <a:ext uri="{FF2B5EF4-FFF2-40B4-BE49-F238E27FC236}">
                <a16:creationId xmlns:a16="http://schemas.microsoft.com/office/drawing/2014/main" id="{0BC3A7BF-6203-CC7F-63BA-0DBED156122C}"/>
              </a:ext>
            </a:extLst>
          </p:cNvPr>
          <p:cNvSpPr/>
          <p:nvPr/>
        </p:nvSpPr>
        <p:spPr>
          <a:xfrm rot="16200000">
            <a:off x="1136025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0" name="Graphic 41">
            <a:extLst>
              <a:ext uri="{FF2B5EF4-FFF2-40B4-BE49-F238E27FC236}">
                <a16:creationId xmlns:a16="http://schemas.microsoft.com/office/drawing/2014/main" id="{CCCACC8E-E654-0649-EE88-D0FBA422AC9C}"/>
              </a:ext>
            </a:extLst>
          </p:cNvPr>
          <p:cNvSpPr/>
          <p:nvPr/>
        </p:nvSpPr>
        <p:spPr>
          <a:xfrm rot="16200000">
            <a:off x="10758205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1" name="Graphic 41">
            <a:extLst>
              <a:ext uri="{FF2B5EF4-FFF2-40B4-BE49-F238E27FC236}">
                <a16:creationId xmlns:a16="http://schemas.microsoft.com/office/drawing/2014/main" id="{8D181147-07F1-DDFD-B199-34D9C890F4C7}"/>
              </a:ext>
            </a:extLst>
          </p:cNvPr>
          <p:cNvSpPr/>
          <p:nvPr/>
        </p:nvSpPr>
        <p:spPr>
          <a:xfrm rot="16200000">
            <a:off x="1106111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2" name="Graphic 41">
            <a:extLst>
              <a:ext uri="{FF2B5EF4-FFF2-40B4-BE49-F238E27FC236}">
                <a16:creationId xmlns:a16="http://schemas.microsoft.com/office/drawing/2014/main" id="{52F0E764-96B3-FD6B-4033-A512F45BEDD0}"/>
              </a:ext>
            </a:extLst>
          </p:cNvPr>
          <p:cNvSpPr/>
          <p:nvPr/>
        </p:nvSpPr>
        <p:spPr>
          <a:xfrm rot="16200000">
            <a:off x="1136025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80560A-8439-8FFF-816C-FE8DEAE17D01}"/>
              </a:ext>
            </a:extLst>
          </p:cNvPr>
          <p:cNvSpPr txBox="1"/>
          <p:nvPr/>
        </p:nvSpPr>
        <p:spPr>
          <a:xfrm>
            <a:off x="7410796" y="2842556"/>
            <a:ext cx="3451007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IN" sz="3600" b="1" dirty="0" err="1">
                <a:solidFill>
                  <a:schemeClr val="bg1"/>
                </a:solidFill>
                <a:latin typeface="Segoe UI"/>
                <a:cs typeface="Segoe UI"/>
              </a:rPr>
              <a:t>Escaneo</a:t>
            </a:r>
            <a:r>
              <a:rPr lang="en-IN" sz="3600" b="1" dirty="0">
                <a:solidFill>
                  <a:schemeClr val="bg1"/>
                </a:solidFill>
                <a:latin typeface="Segoe UI"/>
                <a:cs typeface="Segoe UI"/>
              </a:rPr>
              <a:t> de </a:t>
            </a:r>
            <a:r>
              <a:rPr lang="en-IN" sz="3600" b="1" dirty="0" err="1">
                <a:solidFill>
                  <a:schemeClr val="bg1"/>
                </a:solidFill>
                <a:latin typeface="Segoe UI"/>
                <a:cs typeface="Segoe UI"/>
              </a:rPr>
              <a:t>puertos</a:t>
            </a:r>
            <a:endParaRPr lang="en-IN" sz="3600" b="1" dirty="0" err="1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4FAB47FC-EEF5-0CCC-3E9B-0420FD3A54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29" y="927854"/>
            <a:ext cx="6164178" cy="4722519"/>
          </a:xfrm>
          <a:prstGeom prst="rect">
            <a:avLst/>
          </a:prstGeom>
        </p:spPr>
      </p:pic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7A70ECCE-999D-6576-7716-FF5FB661C7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57" y="68234"/>
            <a:ext cx="801718" cy="68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146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0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C7994C-E485-D673-3F8F-B6D30D3E3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A blue circular background with a lock and circles&#10;&#10;AI-generated content may be incorrect.">
            <a:extLst>
              <a:ext uri="{FF2B5EF4-FFF2-40B4-BE49-F238E27FC236}">
                <a16:creationId xmlns:a16="http://schemas.microsoft.com/office/drawing/2014/main" id="{50703412-900E-073F-81F3-0B3FD9D5D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43" t="5338" r="32802" b="6634"/>
          <a:stretch>
            <a:fillRect/>
          </a:stretch>
        </p:blipFill>
        <p:spPr>
          <a:xfrm>
            <a:off x="6019066" y="1831"/>
            <a:ext cx="6172934" cy="6854338"/>
          </a:xfrm>
          <a:custGeom>
            <a:avLst/>
            <a:gdLst>
              <a:gd name="connsiteX0" fmla="*/ 0 w 6172934"/>
              <a:gd name="connsiteY0" fmla="*/ 0 h 6854338"/>
              <a:gd name="connsiteX1" fmla="*/ 1996587 w 6172934"/>
              <a:gd name="connsiteY1" fmla="*/ 0 h 6854338"/>
              <a:gd name="connsiteX2" fmla="*/ 3315434 w 6172934"/>
              <a:gd name="connsiteY2" fmla="*/ 1318846 h 6854338"/>
              <a:gd name="connsiteX3" fmla="*/ 4552218 w 6172934"/>
              <a:gd name="connsiteY3" fmla="*/ 1318846 h 6854338"/>
              <a:gd name="connsiteX4" fmla="*/ 5872530 w 6172934"/>
              <a:gd name="connsiteY4" fmla="*/ 0 h 6854338"/>
              <a:gd name="connsiteX5" fmla="*/ 6172934 w 6172934"/>
              <a:gd name="connsiteY5" fmla="*/ 0 h 6854338"/>
              <a:gd name="connsiteX6" fmla="*/ 6172934 w 6172934"/>
              <a:gd name="connsiteY6" fmla="*/ 6854338 h 6854338"/>
              <a:gd name="connsiteX7" fmla="*/ 5784606 w 6172934"/>
              <a:gd name="connsiteY7" fmla="*/ 6854338 h 6854338"/>
              <a:gd name="connsiteX8" fmla="*/ 4552950 w 6172934"/>
              <a:gd name="connsiteY8" fmla="*/ 5622682 h 6854338"/>
              <a:gd name="connsiteX9" fmla="*/ 3316166 w 6172934"/>
              <a:gd name="connsiteY9" fmla="*/ 5622682 h 6854338"/>
              <a:gd name="connsiteX10" fmla="*/ 2084510 w 6172934"/>
              <a:gd name="connsiteY10" fmla="*/ 6854338 h 6854338"/>
              <a:gd name="connsiteX11" fmla="*/ 0 w 6172934"/>
              <a:gd name="connsiteY11" fmla="*/ 6854338 h 6854338"/>
              <a:gd name="connsiteX12" fmla="*/ 2342418 w 6172934"/>
              <a:gd name="connsiteY12" fmla="*/ 4512654 h 6854338"/>
              <a:gd name="connsiteX13" fmla="*/ 2342418 w 6172934"/>
              <a:gd name="connsiteY13" fmla="*/ 2342418 h 6854338"/>
              <a:gd name="connsiteX14" fmla="*/ 0 w 6172934"/>
              <a:gd name="connsiteY14" fmla="*/ 0 h 685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172934" h="6854338">
                <a:moveTo>
                  <a:pt x="0" y="0"/>
                </a:moveTo>
                <a:lnTo>
                  <a:pt x="1996587" y="0"/>
                </a:lnTo>
                <a:lnTo>
                  <a:pt x="3315434" y="1318846"/>
                </a:lnTo>
                <a:cubicBezTo>
                  <a:pt x="3656868" y="1660281"/>
                  <a:pt x="4210784" y="1660281"/>
                  <a:pt x="4552218" y="1318846"/>
                </a:cubicBezTo>
                <a:lnTo>
                  <a:pt x="5872530" y="0"/>
                </a:lnTo>
                <a:lnTo>
                  <a:pt x="6172934" y="0"/>
                </a:lnTo>
                <a:lnTo>
                  <a:pt x="6172934" y="6854338"/>
                </a:lnTo>
                <a:lnTo>
                  <a:pt x="5784606" y="6854338"/>
                </a:lnTo>
                <a:lnTo>
                  <a:pt x="4552950" y="5622682"/>
                </a:lnTo>
                <a:cubicBezTo>
                  <a:pt x="4211516" y="5281248"/>
                  <a:pt x="3657600" y="5281248"/>
                  <a:pt x="3316166" y="5622682"/>
                </a:cubicBezTo>
                <a:lnTo>
                  <a:pt x="2084510" y="6854338"/>
                </a:lnTo>
                <a:lnTo>
                  <a:pt x="0" y="6854338"/>
                </a:lnTo>
                <a:lnTo>
                  <a:pt x="2342418" y="4512654"/>
                </a:lnTo>
                <a:cubicBezTo>
                  <a:pt x="2941760" y="3913311"/>
                  <a:pt x="2941760" y="2941761"/>
                  <a:pt x="2342418" y="2342418"/>
                </a:cubicBez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BAC6330D-435F-E3EF-4403-4D3EDA80AFFD}"/>
              </a:ext>
            </a:extLst>
          </p:cNvPr>
          <p:cNvSpPr/>
          <p:nvPr/>
        </p:nvSpPr>
        <p:spPr>
          <a:xfrm rot="18965586">
            <a:off x="4947188" y="-1571528"/>
            <a:ext cx="5059955" cy="5006360"/>
          </a:xfrm>
          <a:custGeom>
            <a:avLst/>
            <a:gdLst>
              <a:gd name="connsiteX0" fmla="*/ 1272845 w 5059955"/>
              <a:gd name="connsiteY0" fmla="*/ 0 h 5006360"/>
              <a:gd name="connsiteX1" fmla="*/ 5059955 w 5059955"/>
              <a:gd name="connsiteY1" fmla="*/ 3645296 h 5006360"/>
              <a:gd name="connsiteX2" fmla="*/ 4959261 w 5059955"/>
              <a:gd name="connsiteY2" fmla="*/ 3811044 h 5006360"/>
              <a:gd name="connsiteX3" fmla="*/ 2711141 w 5059955"/>
              <a:gd name="connsiteY3" fmla="*/ 5006360 h 5006360"/>
              <a:gd name="connsiteX4" fmla="*/ 0 w 5059955"/>
              <a:gd name="connsiteY4" fmla="*/ 2295219 h 5006360"/>
              <a:gd name="connsiteX5" fmla="*/ 1195317 w 5059955"/>
              <a:gd name="connsiteY5" fmla="*/ 47099 h 5006360"/>
              <a:gd name="connsiteX6" fmla="*/ 1272845 w 5059955"/>
              <a:gd name="connsiteY6" fmla="*/ 0 h 500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59955" h="5006360">
                <a:moveTo>
                  <a:pt x="1272845" y="0"/>
                </a:moveTo>
                <a:lnTo>
                  <a:pt x="5059955" y="3645296"/>
                </a:lnTo>
                <a:lnTo>
                  <a:pt x="4959261" y="3811044"/>
                </a:lnTo>
                <a:cubicBezTo>
                  <a:pt x="4472050" y="4532212"/>
                  <a:pt x="3646966" y="5006360"/>
                  <a:pt x="2711141" y="5006360"/>
                </a:cubicBezTo>
                <a:cubicBezTo>
                  <a:pt x="1213819" y="5006360"/>
                  <a:pt x="1" y="3792541"/>
                  <a:pt x="0" y="2295219"/>
                </a:cubicBezTo>
                <a:cubicBezTo>
                  <a:pt x="0" y="1359393"/>
                  <a:pt x="474149" y="534310"/>
                  <a:pt x="1195317" y="47099"/>
                </a:cubicBezTo>
                <a:lnTo>
                  <a:pt x="1272845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95983E5C-4845-ADF0-BFC1-A1980573BABE}"/>
              </a:ext>
            </a:extLst>
          </p:cNvPr>
          <p:cNvSpPr/>
          <p:nvPr/>
        </p:nvSpPr>
        <p:spPr>
          <a:xfrm rot="3883329">
            <a:off x="9846156" y="5066770"/>
            <a:ext cx="2077003" cy="2367550"/>
          </a:xfrm>
          <a:custGeom>
            <a:avLst/>
            <a:gdLst>
              <a:gd name="connsiteX0" fmla="*/ 93094 w 2077003"/>
              <a:gd name="connsiteY0" fmla="*/ 723510 h 2367550"/>
              <a:gd name="connsiteX1" fmla="*/ 1184617 w 2077003"/>
              <a:gd name="connsiteY1" fmla="*/ 0 h 2367550"/>
              <a:gd name="connsiteX2" fmla="*/ 2022266 w 2077003"/>
              <a:gd name="connsiteY2" fmla="*/ 346966 h 2367550"/>
              <a:gd name="connsiteX3" fmla="*/ 2077003 w 2077003"/>
              <a:gd name="connsiteY3" fmla="*/ 407192 h 2367550"/>
              <a:gd name="connsiteX4" fmla="*/ 1151273 w 2077003"/>
              <a:gd name="connsiteY4" fmla="*/ 2367550 h 2367550"/>
              <a:gd name="connsiteX5" fmla="*/ 1063496 w 2077003"/>
              <a:gd name="connsiteY5" fmla="*/ 2363118 h 2367550"/>
              <a:gd name="connsiteX6" fmla="*/ 1 w 2077003"/>
              <a:gd name="connsiteY6" fmla="*/ 1184617 h 2367550"/>
              <a:gd name="connsiteX7" fmla="*/ 93094 w 2077003"/>
              <a:gd name="connsiteY7" fmla="*/ 723510 h 236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77003" h="2367550">
                <a:moveTo>
                  <a:pt x="93094" y="723510"/>
                </a:moveTo>
                <a:cubicBezTo>
                  <a:pt x="272928" y="298333"/>
                  <a:pt x="693933" y="0"/>
                  <a:pt x="1184617" y="0"/>
                </a:cubicBezTo>
                <a:cubicBezTo>
                  <a:pt x="1511739" y="0"/>
                  <a:pt x="1807892" y="132593"/>
                  <a:pt x="2022266" y="346966"/>
                </a:cubicBezTo>
                <a:lnTo>
                  <a:pt x="2077003" y="407192"/>
                </a:lnTo>
                <a:lnTo>
                  <a:pt x="1151273" y="2367550"/>
                </a:lnTo>
                <a:lnTo>
                  <a:pt x="1063496" y="2363118"/>
                </a:lnTo>
                <a:cubicBezTo>
                  <a:pt x="466147" y="2302455"/>
                  <a:pt x="0" y="1797973"/>
                  <a:pt x="1" y="1184617"/>
                </a:cubicBezTo>
                <a:cubicBezTo>
                  <a:pt x="1" y="1021056"/>
                  <a:pt x="33149" y="865236"/>
                  <a:pt x="93094" y="723510"/>
                </a:cubicBezTo>
                <a:close/>
              </a:path>
            </a:pathLst>
          </a:custGeom>
          <a:gradFill flip="none" rotWithShape="1">
            <a:gsLst>
              <a:gs pos="0">
                <a:srgbClr val="EF01C1">
                  <a:alpha val="31000"/>
                </a:srgbClr>
              </a:gs>
              <a:gs pos="77000">
                <a:srgbClr val="5C21A3">
                  <a:alpha val="3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DCE40C16-EBDF-B750-F7DB-60A661200416}"/>
              </a:ext>
            </a:extLst>
          </p:cNvPr>
          <p:cNvSpPr/>
          <p:nvPr/>
        </p:nvSpPr>
        <p:spPr>
          <a:xfrm rot="18965586">
            <a:off x="8839071" y="-898455"/>
            <a:ext cx="2228242" cy="2186055"/>
          </a:xfrm>
          <a:custGeom>
            <a:avLst/>
            <a:gdLst>
              <a:gd name="connsiteX0" fmla="*/ 259140 w 2228242"/>
              <a:gd name="connsiteY0" fmla="*/ 0 h 2186055"/>
              <a:gd name="connsiteX1" fmla="*/ 2228242 w 2228242"/>
              <a:gd name="connsiteY1" fmla="*/ 1895366 h 2186055"/>
              <a:gd name="connsiteX2" fmla="*/ 2155219 w 2228242"/>
              <a:gd name="connsiteY2" fmla="*/ 1949973 h 2186055"/>
              <a:gd name="connsiteX3" fmla="*/ 1382340 w 2228242"/>
              <a:gd name="connsiteY3" fmla="*/ 2186055 h 2186055"/>
              <a:gd name="connsiteX4" fmla="*/ 0 w 2228242"/>
              <a:gd name="connsiteY4" fmla="*/ 803715 h 2186055"/>
              <a:gd name="connsiteX5" fmla="*/ 236082 w 2228242"/>
              <a:gd name="connsiteY5" fmla="*/ 30835 h 2186055"/>
              <a:gd name="connsiteX6" fmla="*/ 259140 w 2228242"/>
              <a:gd name="connsiteY6" fmla="*/ 0 h 2186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242" h="2186055">
                <a:moveTo>
                  <a:pt x="259140" y="0"/>
                </a:moveTo>
                <a:lnTo>
                  <a:pt x="2228242" y="1895366"/>
                </a:lnTo>
                <a:lnTo>
                  <a:pt x="2155219" y="1949973"/>
                </a:lnTo>
                <a:cubicBezTo>
                  <a:pt x="1934596" y="2099023"/>
                  <a:pt x="1668632" y="2186055"/>
                  <a:pt x="1382340" y="2186055"/>
                </a:cubicBezTo>
                <a:cubicBezTo>
                  <a:pt x="618895" y="2186056"/>
                  <a:pt x="0" y="1567160"/>
                  <a:pt x="0" y="803715"/>
                </a:cubicBezTo>
                <a:cubicBezTo>
                  <a:pt x="0" y="517423"/>
                  <a:pt x="87032" y="251459"/>
                  <a:pt x="236082" y="30835"/>
                </a:cubicBezTo>
                <a:lnTo>
                  <a:pt x="259140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398AF0B-F045-8468-42FC-DF964E2303AB}"/>
              </a:ext>
            </a:extLst>
          </p:cNvPr>
          <p:cNvSpPr/>
          <p:nvPr/>
        </p:nvSpPr>
        <p:spPr>
          <a:xfrm>
            <a:off x="7329587" y="2176863"/>
            <a:ext cx="4279242" cy="1821000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0CC1716C-FB0F-328F-E126-1679706B0CEB}"/>
              </a:ext>
            </a:extLst>
          </p:cNvPr>
          <p:cNvSpPr/>
          <p:nvPr/>
        </p:nvSpPr>
        <p:spPr>
          <a:xfrm>
            <a:off x="7481954" y="2308484"/>
            <a:ext cx="4130203" cy="1689739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84" name="Graphic 41">
            <a:extLst>
              <a:ext uri="{FF2B5EF4-FFF2-40B4-BE49-F238E27FC236}">
                <a16:creationId xmlns:a16="http://schemas.microsoft.com/office/drawing/2014/main" id="{090D36BD-F2A1-C95A-F492-FCBB85EADF99}"/>
              </a:ext>
            </a:extLst>
          </p:cNvPr>
          <p:cNvSpPr/>
          <p:nvPr/>
        </p:nvSpPr>
        <p:spPr>
          <a:xfrm rot="16200000">
            <a:off x="10758202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5" name="Graphic 41">
            <a:extLst>
              <a:ext uri="{FF2B5EF4-FFF2-40B4-BE49-F238E27FC236}">
                <a16:creationId xmlns:a16="http://schemas.microsoft.com/office/drawing/2014/main" id="{2D8415FA-22E0-8286-270F-FEDB9989F9F5}"/>
              </a:ext>
            </a:extLst>
          </p:cNvPr>
          <p:cNvSpPr/>
          <p:nvPr/>
        </p:nvSpPr>
        <p:spPr>
          <a:xfrm rot="16200000">
            <a:off x="11061109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6" name="Graphic 41">
            <a:extLst>
              <a:ext uri="{FF2B5EF4-FFF2-40B4-BE49-F238E27FC236}">
                <a16:creationId xmlns:a16="http://schemas.microsoft.com/office/drawing/2014/main" id="{CAC8082C-EEBF-D5EC-0695-6B60E2DC14BC}"/>
              </a:ext>
            </a:extLst>
          </p:cNvPr>
          <p:cNvSpPr/>
          <p:nvPr/>
        </p:nvSpPr>
        <p:spPr>
          <a:xfrm rot="16200000">
            <a:off x="11360250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7" name="Graphic 41">
            <a:extLst>
              <a:ext uri="{FF2B5EF4-FFF2-40B4-BE49-F238E27FC236}">
                <a16:creationId xmlns:a16="http://schemas.microsoft.com/office/drawing/2014/main" id="{0049F643-B0E2-D08F-EB41-83E53258D7E3}"/>
              </a:ext>
            </a:extLst>
          </p:cNvPr>
          <p:cNvSpPr/>
          <p:nvPr/>
        </p:nvSpPr>
        <p:spPr>
          <a:xfrm rot="16200000">
            <a:off x="10758204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8" name="Graphic 41">
            <a:extLst>
              <a:ext uri="{FF2B5EF4-FFF2-40B4-BE49-F238E27FC236}">
                <a16:creationId xmlns:a16="http://schemas.microsoft.com/office/drawing/2014/main" id="{A4693DC5-85DE-D3E0-4341-98CA7B9AE089}"/>
              </a:ext>
            </a:extLst>
          </p:cNvPr>
          <p:cNvSpPr/>
          <p:nvPr/>
        </p:nvSpPr>
        <p:spPr>
          <a:xfrm rot="16200000">
            <a:off x="1106111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9" name="Graphic 41">
            <a:extLst>
              <a:ext uri="{FF2B5EF4-FFF2-40B4-BE49-F238E27FC236}">
                <a16:creationId xmlns:a16="http://schemas.microsoft.com/office/drawing/2014/main" id="{6B5DCCA0-9BB1-48CC-E401-00EE27C68786}"/>
              </a:ext>
            </a:extLst>
          </p:cNvPr>
          <p:cNvSpPr/>
          <p:nvPr/>
        </p:nvSpPr>
        <p:spPr>
          <a:xfrm rot="16200000">
            <a:off x="1136025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0" name="Graphic 41">
            <a:extLst>
              <a:ext uri="{FF2B5EF4-FFF2-40B4-BE49-F238E27FC236}">
                <a16:creationId xmlns:a16="http://schemas.microsoft.com/office/drawing/2014/main" id="{F2193A01-C99E-21D4-599E-D3A55A240480}"/>
              </a:ext>
            </a:extLst>
          </p:cNvPr>
          <p:cNvSpPr/>
          <p:nvPr/>
        </p:nvSpPr>
        <p:spPr>
          <a:xfrm rot="16200000">
            <a:off x="10758205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1" name="Graphic 41">
            <a:extLst>
              <a:ext uri="{FF2B5EF4-FFF2-40B4-BE49-F238E27FC236}">
                <a16:creationId xmlns:a16="http://schemas.microsoft.com/office/drawing/2014/main" id="{3913A33B-DDCF-FDE0-B197-9C9A6797398E}"/>
              </a:ext>
            </a:extLst>
          </p:cNvPr>
          <p:cNvSpPr/>
          <p:nvPr/>
        </p:nvSpPr>
        <p:spPr>
          <a:xfrm rot="16200000">
            <a:off x="1106111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2" name="Graphic 41">
            <a:extLst>
              <a:ext uri="{FF2B5EF4-FFF2-40B4-BE49-F238E27FC236}">
                <a16:creationId xmlns:a16="http://schemas.microsoft.com/office/drawing/2014/main" id="{31A1F274-168F-698A-AACC-21109AFA11F3}"/>
              </a:ext>
            </a:extLst>
          </p:cNvPr>
          <p:cNvSpPr/>
          <p:nvPr/>
        </p:nvSpPr>
        <p:spPr>
          <a:xfrm rot="16200000">
            <a:off x="1136025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1CDB3B-FA21-7BCF-9E10-32BCB3C123DA}"/>
              </a:ext>
            </a:extLst>
          </p:cNvPr>
          <p:cNvSpPr txBox="1"/>
          <p:nvPr/>
        </p:nvSpPr>
        <p:spPr>
          <a:xfrm>
            <a:off x="7657188" y="2313034"/>
            <a:ext cx="3635821" cy="175432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_tradnl" sz="3600" b="1" dirty="0">
                <a:solidFill>
                  <a:schemeClr val="bg1"/>
                </a:solidFill>
                <a:latin typeface="Segoe UI"/>
                <a:cs typeface="Segoe UI"/>
              </a:rPr>
              <a:t>Conexión FTP</a:t>
            </a:r>
          </a:p>
          <a:p>
            <a:pPr algn="ctr"/>
            <a:r>
              <a:rPr lang="es-ES_tradnl" sz="3600" b="1" dirty="0">
                <a:solidFill>
                  <a:schemeClr val="bg1"/>
                </a:solidFill>
                <a:latin typeface="Segoe UI"/>
                <a:cs typeface="Segoe UI"/>
              </a:rPr>
              <a:t>Deshabilitar puerto 21</a:t>
            </a:r>
          </a:p>
        </p:txBody>
      </p:sp>
      <p:pic>
        <p:nvPicPr>
          <p:cNvPr id="8" name="Imagen 7" descr="Texto&#10;&#10;El contenido generado por IA puede ser incorrecto.">
            <a:extLst>
              <a:ext uri="{FF2B5EF4-FFF2-40B4-BE49-F238E27FC236}">
                <a16:creationId xmlns:a16="http://schemas.microsoft.com/office/drawing/2014/main" id="{CC864E30-08D1-4968-4A20-E2305567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958" y="872172"/>
            <a:ext cx="3554436" cy="2599690"/>
          </a:xfrm>
          <a:prstGeom prst="rect">
            <a:avLst/>
          </a:prstGeom>
        </p:spPr>
      </p:pic>
      <p:pic>
        <p:nvPicPr>
          <p:cNvPr id="9" name="Imagen 8" descr="Texto&#10;&#10;El contenido generado por IA puede ser incorrecto.">
            <a:extLst>
              <a:ext uri="{FF2B5EF4-FFF2-40B4-BE49-F238E27FC236}">
                <a16:creationId xmlns:a16="http://schemas.microsoft.com/office/drawing/2014/main" id="{3720F8B7-2BC9-A784-920E-5D120A7CF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370" y="3722832"/>
            <a:ext cx="6307989" cy="912367"/>
          </a:xfrm>
          <a:prstGeom prst="rect">
            <a:avLst/>
          </a:prstGeom>
        </p:spPr>
      </p:pic>
      <p:pic>
        <p:nvPicPr>
          <p:cNvPr id="10" name="Imagen 9" descr="Texto&#10;&#10;El contenido generado por IA puede ser incorrecto.">
            <a:extLst>
              <a:ext uri="{FF2B5EF4-FFF2-40B4-BE49-F238E27FC236}">
                <a16:creationId xmlns:a16="http://schemas.microsoft.com/office/drawing/2014/main" id="{D4C5F761-E355-27FB-EF8E-EDA24D1154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368" y="4885285"/>
            <a:ext cx="5311119" cy="1842553"/>
          </a:xfrm>
          <a:prstGeom prst="rect">
            <a:avLst/>
          </a:prstGeom>
        </p:spPr>
      </p:pic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A5ABA7F2-AD50-4464-6602-CFFB02BE19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457" y="68234"/>
            <a:ext cx="801718" cy="68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592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0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5B38EA-F998-B8EB-84E7-63B8A56BE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A blue circular background with a lock and circles&#10;&#10;AI-generated content may be incorrect.">
            <a:extLst>
              <a:ext uri="{FF2B5EF4-FFF2-40B4-BE49-F238E27FC236}">
                <a16:creationId xmlns:a16="http://schemas.microsoft.com/office/drawing/2014/main" id="{44E590F2-C30D-3423-9FD6-1873C996D0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43" t="5338" r="32802" b="6634"/>
          <a:stretch>
            <a:fillRect/>
          </a:stretch>
        </p:blipFill>
        <p:spPr>
          <a:xfrm>
            <a:off x="6019066" y="1831"/>
            <a:ext cx="6172934" cy="6854338"/>
          </a:xfrm>
          <a:custGeom>
            <a:avLst/>
            <a:gdLst>
              <a:gd name="connsiteX0" fmla="*/ 0 w 6172934"/>
              <a:gd name="connsiteY0" fmla="*/ 0 h 6854338"/>
              <a:gd name="connsiteX1" fmla="*/ 1996587 w 6172934"/>
              <a:gd name="connsiteY1" fmla="*/ 0 h 6854338"/>
              <a:gd name="connsiteX2" fmla="*/ 3315434 w 6172934"/>
              <a:gd name="connsiteY2" fmla="*/ 1318846 h 6854338"/>
              <a:gd name="connsiteX3" fmla="*/ 4552218 w 6172934"/>
              <a:gd name="connsiteY3" fmla="*/ 1318846 h 6854338"/>
              <a:gd name="connsiteX4" fmla="*/ 5872530 w 6172934"/>
              <a:gd name="connsiteY4" fmla="*/ 0 h 6854338"/>
              <a:gd name="connsiteX5" fmla="*/ 6172934 w 6172934"/>
              <a:gd name="connsiteY5" fmla="*/ 0 h 6854338"/>
              <a:gd name="connsiteX6" fmla="*/ 6172934 w 6172934"/>
              <a:gd name="connsiteY6" fmla="*/ 6854338 h 6854338"/>
              <a:gd name="connsiteX7" fmla="*/ 5784606 w 6172934"/>
              <a:gd name="connsiteY7" fmla="*/ 6854338 h 6854338"/>
              <a:gd name="connsiteX8" fmla="*/ 4552950 w 6172934"/>
              <a:gd name="connsiteY8" fmla="*/ 5622682 h 6854338"/>
              <a:gd name="connsiteX9" fmla="*/ 3316166 w 6172934"/>
              <a:gd name="connsiteY9" fmla="*/ 5622682 h 6854338"/>
              <a:gd name="connsiteX10" fmla="*/ 2084510 w 6172934"/>
              <a:gd name="connsiteY10" fmla="*/ 6854338 h 6854338"/>
              <a:gd name="connsiteX11" fmla="*/ 0 w 6172934"/>
              <a:gd name="connsiteY11" fmla="*/ 6854338 h 6854338"/>
              <a:gd name="connsiteX12" fmla="*/ 2342418 w 6172934"/>
              <a:gd name="connsiteY12" fmla="*/ 4512654 h 6854338"/>
              <a:gd name="connsiteX13" fmla="*/ 2342418 w 6172934"/>
              <a:gd name="connsiteY13" fmla="*/ 2342418 h 6854338"/>
              <a:gd name="connsiteX14" fmla="*/ 0 w 6172934"/>
              <a:gd name="connsiteY14" fmla="*/ 0 h 685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172934" h="6854338">
                <a:moveTo>
                  <a:pt x="0" y="0"/>
                </a:moveTo>
                <a:lnTo>
                  <a:pt x="1996587" y="0"/>
                </a:lnTo>
                <a:lnTo>
                  <a:pt x="3315434" y="1318846"/>
                </a:lnTo>
                <a:cubicBezTo>
                  <a:pt x="3656868" y="1660281"/>
                  <a:pt x="4210784" y="1660281"/>
                  <a:pt x="4552218" y="1318846"/>
                </a:cubicBezTo>
                <a:lnTo>
                  <a:pt x="5872530" y="0"/>
                </a:lnTo>
                <a:lnTo>
                  <a:pt x="6172934" y="0"/>
                </a:lnTo>
                <a:lnTo>
                  <a:pt x="6172934" y="6854338"/>
                </a:lnTo>
                <a:lnTo>
                  <a:pt x="5784606" y="6854338"/>
                </a:lnTo>
                <a:lnTo>
                  <a:pt x="4552950" y="5622682"/>
                </a:lnTo>
                <a:cubicBezTo>
                  <a:pt x="4211516" y="5281248"/>
                  <a:pt x="3657600" y="5281248"/>
                  <a:pt x="3316166" y="5622682"/>
                </a:cubicBezTo>
                <a:lnTo>
                  <a:pt x="2084510" y="6854338"/>
                </a:lnTo>
                <a:lnTo>
                  <a:pt x="0" y="6854338"/>
                </a:lnTo>
                <a:lnTo>
                  <a:pt x="2342418" y="4512654"/>
                </a:lnTo>
                <a:cubicBezTo>
                  <a:pt x="2941760" y="3913311"/>
                  <a:pt x="2941760" y="2941761"/>
                  <a:pt x="2342418" y="2342418"/>
                </a:cubicBez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CC282A23-9F01-FC29-ABFA-6D113B91401A}"/>
              </a:ext>
            </a:extLst>
          </p:cNvPr>
          <p:cNvSpPr/>
          <p:nvPr/>
        </p:nvSpPr>
        <p:spPr>
          <a:xfrm rot="18965586">
            <a:off x="4947188" y="-1571528"/>
            <a:ext cx="5059955" cy="5006360"/>
          </a:xfrm>
          <a:custGeom>
            <a:avLst/>
            <a:gdLst>
              <a:gd name="connsiteX0" fmla="*/ 1272845 w 5059955"/>
              <a:gd name="connsiteY0" fmla="*/ 0 h 5006360"/>
              <a:gd name="connsiteX1" fmla="*/ 5059955 w 5059955"/>
              <a:gd name="connsiteY1" fmla="*/ 3645296 h 5006360"/>
              <a:gd name="connsiteX2" fmla="*/ 4959261 w 5059955"/>
              <a:gd name="connsiteY2" fmla="*/ 3811044 h 5006360"/>
              <a:gd name="connsiteX3" fmla="*/ 2711141 w 5059955"/>
              <a:gd name="connsiteY3" fmla="*/ 5006360 h 5006360"/>
              <a:gd name="connsiteX4" fmla="*/ 0 w 5059955"/>
              <a:gd name="connsiteY4" fmla="*/ 2295219 h 5006360"/>
              <a:gd name="connsiteX5" fmla="*/ 1195317 w 5059955"/>
              <a:gd name="connsiteY5" fmla="*/ 47099 h 5006360"/>
              <a:gd name="connsiteX6" fmla="*/ 1272845 w 5059955"/>
              <a:gd name="connsiteY6" fmla="*/ 0 h 500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59955" h="5006360">
                <a:moveTo>
                  <a:pt x="1272845" y="0"/>
                </a:moveTo>
                <a:lnTo>
                  <a:pt x="5059955" y="3645296"/>
                </a:lnTo>
                <a:lnTo>
                  <a:pt x="4959261" y="3811044"/>
                </a:lnTo>
                <a:cubicBezTo>
                  <a:pt x="4472050" y="4532212"/>
                  <a:pt x="3646966" y="5006360"/>
                  <a:pt x="2711141" y="5006360"/>
                </a:cubicBezTo>
                <a:cubicBezTo>
                  <a:pt x="1213819" y="5006360"/>
                  <a:pt x="1" y="3792541"/>
                  <a:pt x="0" y="2295219"/>
                </a:cubicBezTo>
                <a:cubicBezTo>
                  <a:pt x="0" y="1359393"/>
                  <a:pt x="474149" y="534310"/>
                  <a:pt x="1195317" y="47099"/>
                </a:cubicBezTo>
                <a:lnTo>
                  <a:pt x="1272845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428B769B-7B6C-6DA4-1309-5FAECA659C3E}"/>
              </a:ext>
            </a:extLst>
          </p:cNvPr>
          <p:cNvSpPr/>
          <p:nvPr/>
        </p:nvSpPr>
        <p:spPr>
          <a:xfrm rot="3883329">
            <a:off x="9846156" y="5066770"/>
            <a:ext cx="2077003" cy="2367550"/>
          </a:xfrm>
          <a:custGeom>
            <a:avLst/>
            <a:gdLst>
              <a:gd name="connsiteX0" fmla="*/ 93094 w 2077003"/>
              <a:gd name="connsiteY0" fmla="*/ 723510 h 2367550"/>
              <a:gd name="connsiteX1" fmla="*/ 1184617 w 2077003"/>
              <a:gd name="connsiteY1" fmla="*/ 0 h 2367550"/>
              <a:gd name="connsiteX2" fmla="*/ 2022266 w 2077003"/>
              <a:gd name="connsiteY2" fmla="*/ 346966 h 2367550"/>
              <a:gd name="connsiteX3" fmla="*/ 2077003 w 2077003"/>
              <a:gd name="connsiteY3" fmla="*/ 407192 h 2367550"/>
              <a:gd name="connsiteX4" fmla="*/ 1151273 w 2077003"/>
              <a:gd name="connsiteY4" fmla="*/ 2367550 h 2367550"/>
              <a:gd name="connsiteX5" fmla="*/ 1063496 w 2077003"/>
              <a:gd name="connsiteY5" fmla="*/ 2363118 h 2367550"/>
              <a:gd name="connsiteX6" fmla="*/ 1 w 2077003"/>
              <a:gd name="connsiteY6" fmla="*/ 1184617 h 2367550"/>
              <a:gd name="connsiteX7" fmla="*/ 93094 w 2077003"/>
              <a:gd name="connsiteY7" fmla="*/ 723510 h 236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77003" h="2367550">
                <a:moveTo>
                  <a:pt x="93094" y="723510"/>
                </a:moveTo>
                <a:cubicBezTo>
                  <a:pt x="272928" y="298333"/>
                  <a:pt x="693933" y="0"/>
                  <a:pt x="1184617" y="0"/>
                </a:cubicBezTo>
                <a:cubicBezTo>
                  <a:pt x="1511739" y="0"/>
                  <a:pt x="1807892" y="132593"/>
                  <a:pt x="2022266" y="346966"/>
                </a:cubicBezTo>
                <a:lnTo>
                  <a:pt x="2077003" y="407192"/>
                </a:lnTo>
                <a:lnTo>
                  <a:pt x="1151273" y="2367550"/>
                </a:lnTo>
                <a:lnTo>
                  <a:pt x="1063496" y="2363118"/>
                </a:lnTo>
                <a:cubicBezTo>
                  <a:pt x="466147" y="2302455"/>
                  <a:pt x="0" y="1797973"/>
                  <a:pt x="1" y="1184617"/>
                </a:cubicBezTo>
                <a:cubicBezTo>
                  <a:pt x="1" y="1021056"/>
                  <a:pt x="33149" y="865236"/>
                  <a:pt x="93094" y="723510"/>
                </a:cubicBezTo>
                <a:close/>
              </a:path>
            </a:pathLst>
          </a:custGeom>
          <a:gradFill flip="none" rotWithShape="1">
            <a:gsLst>
              <a:gs pos="0">
                <a:srgbClr val="EF01C1">
                  <a:alpha val="31000"/>
                </a:srgbClr>
              </a:gs>
              <a:gs pos="77000">
                <a:srgbClr val="5C21A3">
                  <a:alpha val="3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3F4E4CE2-ED55-FD1E-0F66-569D623C9F2E}"/>
              </a:ext>
            </a:extLst>
          </p:cNvPr>
          <p:cNvSpPr/>
          <p:nvPr/>
        </p:nvSpPr>
        <p:spPr>
          <a:xfrm rot="18965586">
            <a:off x="8839071" y="-898455"/>
            <a:ext cx="2228242" cy="2186055"/>
          </a:xfrm>
          <a:custGeom>
            <a:avLst/>
            <a:gdLst>
              <a:gd name="connsiteX0" fmla="*/ 259140 w 2228242"/>
              <a:gd name="connsiteY0" fmla="*/ 0 h 2186055"/>
              <a:gd name="connsiteX1" fmla="*/ 2228242 w 2228242"/>
              <a:gd name="connsiteY1" fmla="*/ 1895366 h 2186055"/>
              <a:gd name="connsiteX2" fmla="*/ 2155219 w 2228242"/>
              <a:gd name="connsiteY2" fmla="*/ 1949973 h 2186055"/>
              <a:gd name="connsiteX3" fmla="*/ 1382340 w 2228242"/>
              <a:gd name="connsiteY3" fmla="*/ 2186055 h 2186055"/>
              <a:gd name="connsiteX4" fmla="*/ 0 w 2228242"/>
              <a:gd name="connsiteY4" fmla="*/ 803715 h 2186055"/>
              <a:gd name="connsiteX5" fmla="*/ 236082 w 2228242"/>
              <a:gd name="connsiteY5" fmla="*/ 30835 h 2186055"/>
              <a:gd name="connsiteX6" fmla="*/ 259140 w 2228242"/>
              <a:gd name="connsiteY6" fmla="*/ 0 h 2186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242" h="2186055">
                <a:moveTo>
                  <a:pt x="259140" y="0"/>
                </a:moveTo>
                <a:lnTo>
                  <a:pt x="2228242" y="1895366"/>
                </a:lnTo>
                <a:lnTo>
                  <a:pt x="2155219" y="1949973"/>
                </a:lnTo>
                <a:cubicBezTo>
                  <a:pt x="1934596" y="2099023"/>
                  <a:pt x="1668632" y="2186055"/>
                  <a:pt x="1382340" y="2186055"/>
                </a:cubicBezTo>
                <a:cubicBezTo>
                  <a:pt x="618895" y="2186056"/>
                  <a:pt x="0" y="1567160"/>
                  <a:pt x="0" y="803715"/>
                </a:cubicBezTo>
                <a:cubicBezTo>
                  <a:pt x="0" y="517423"/>
                  <a:pt x="87032" y="251459"/>
                  <a:pt x="236082" y="30835"/>
                </a:cubicBezTo>
                <a:lnTo>
                  <a:pt x="259140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9B57D956-4DB5-2088-FC32-5E6ADBEF40D3}"/>
              </a:ext>
            </a:extLst>
          </p:cNvPr>
          <p:cNvSpPr/>
          <p:nvPr/>
        </p:nvSpPr>
        <p:spPr>
          <a:xfrm>
            <a:off x="7908321" y="2167217"/>
            <a:ext cx="4279242" cy="1821000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52FEA6AA-1554-D60E-0CDB-F34CE204712F}"/>
              </a:ext>
            </a:extLst>
          </p:cNvPr>
          <p:cNvSpPr/>
          <p:nvPr/>
        </p:nvSpPr>
        <p:spPr>
          <a:xfrm>
            <a:off x="8060688" y="2298838"/>
            <a:ext cx="4130203" cy="1689739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84" name="Graphic 41">
            <a:extLst>
              <a:ext uri="{FF2B5EF4-FFF2-40B4-BE49-F238E27FC236}">
                <a16:creationId xmlns:a16="http://schemas.microsoft.com/office/drawing/2014/main" id="{FD0E247E-6D3C-89C2-2101-F726B19F49AF}"/>
              </a:ext>
            </a:extLst>
          </p:cNvPr>
          <p:cNvSpPr/>
          <p:nvPr/>
        </p:nvSpPr>
        <p:spPr>
          <a:xfrm rot="16200000">
            <a:off x="10758202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5" name="Graphic 41">
            <a:extLst>
              <a:ext uri="{FF2B5EF4-FFF2-40B4-BE49-F238E27FC236}">
                <a16:creationId xmlns:a16="http://schemas.microsoft.com/office/drawing/2014/main" id="{C73931B2-95E0-4CF9-8BA7-62668DD33516}"/>
              </a:ext>
            </a:extLst>
          </p:cNvPr>
          <p:cNvSpPr/>
          <p:nvPr/>
        </p:nvSpPr>
        <p:spPr>
          <a:xfrm rot="16200000">
            <a:off x="11061109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6" name="Graphic 41">
            <a:extLst>
              <a:ext uri="{FF2B5EF4-FFF2-40B4-BE49-F238E27FC236}">
                <a16:creationId xmlns:a16="http://schemas.microsoft.com/office/drawing/2014/main" id="{E509FEAD-2EC7-D620-410F-484846D6A938}"/>
              </a:ext>
            </a:extLst>
          </p:cNvPr>
          <p:cNvSpPr/>
          <p:nvPr/>
        </p:nvSpPr>
        <p:spPr>
          <a:xfrm rot="16200000">
            <a:off x="11360250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7" name="Graphic 41">
            <a:extLst>
              <a:ext uri="{FF2B5EF4-FFF2-40B4-BE49-F238E27FC236}">
                <a16:creationId xmlns:a16="http://schemas.microsoft.com/office/drawing/2014/main" id="{D6BBAE4F-8530-016E-F386-0218473D1A9B}"/>
              </a:ext>
            </a:extLst>
          </p:cNvPr>
          <p:cNvSpPr/>
          <p:nvPr/>
        </p:nvSpPr>
        <p:spPr>
          <a:xfrm rot="16200000">
            <a:off x="10758204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8" name="Graphic 41">
            <a:extLst>
              <a:ext uri="{FF2B5EF4-FFF2-40B4-BE49-F238E27FC236}">
                <a16:creationId xmlns:a16="http://schemas.microsoft.com/office/drawing/2014/main" id="{21BCE368-6EE1-54EB-BC49-5738A4294017}"/>
              </a:ext>
            </a:extLst>
          </p:cNvPr>
          <p:cNvSpPr/>
          <p:nvPr/>
        </p:nvSpPr>
        <p:spPr>
          <a:xfrm rot="16200000">
            <a:off x="1106111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9" name="Graphic 41">
            <a:extLst>
              <a:ext uri="{FF2B5EF4-FFF2-40B4-BE49-F238E27FC236}">
                <a16:creationId xmlns:a16="http://schemas.microsoft.com/office/drawing/2014/main" id="{C81E444C-A2A4-96EC-25AF-5F14939D0D33}"/>
              </a:ext>
            </a:extLst>
          </p:cNvPr>
          <p:cNvSpPr/>
          <p:nvPr/>
        </p:nvSpPr>
        <p:spPr>
          <a:xfrm rot="16200000">
            <a:off x="1136025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0" name="Graphic 41">
            <a:extLst>
              <a:ext uri="{FF2B5EF4-FFF2-40B4-BE49-F238E27FC236}">
                <a16:creationId xmlns:a16="http://schemas.microsoft.com/office/drawing/2014/main" id="{921B66CE-BEF6-A0EE-3AE5-98216F2A1F74}"/>
              </a:ext>
            </a:extLst>
          </p:cNvPr>
          <p:cNvSpPr/>
          <p:nvPr/>
        </p:nvSpPr>
        <p:spPr>
          <a:xfrm rot="16200000">
            <a:off x="10758205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1" name="Graphic 41">
            <a:extLst>
              <a:ext uri="{FF2B5EF4-FFF2-40B4-BE49-F238E27FC236}">
                <a16:creationId xmlns:a16="http://schemas.microsoft.com/office/drawing/2014/main" id="{6657F9BC-7274-0C5F-C974-7C0C5331DAC9}"/>
              </a:ext>
            </a:extLst>
          </p:cNvPr>
          <p:cNvSpPr/>
          <p:nvPr/>
        </p:nvSpPr>
        <p:spPr>
          <a:xfrm rot="16200000">
            <a:off x="1106111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2" name="Graphic 41">
            <a:extLst>
              <a:ext uri="{FF2B5EF4-FFF2-40B4-BE49-F238E27FC236}">
                <a16:creationId xmlns:a16="http://schemas.microsoft.com/office/drawing/2014/main" id="{FBD62EFA-10CD-8585-5FC0-55862307A6D7}"/>
              </a:ext>
            </a:extLst>
          </p:cNvPr>
          <p:cNvSpPr/>
          <p:nvPr/>
        </p:nvSpPr>
        <p:spPr>
          <a:xfrm rot="16200000">
            <a:off x="1136025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F8B5AF1-93E2-6A7C-B141-BDD560C0A659}"/>
              </a:ext>
            </a:extLst>
          </p:cNvPr>
          <p:cNvSpPr txBox="1"/>
          <p:nvPr/>
        </p:nvSpPr>
        <p:spPr>
          <a:xfrm>
            <a:off x="8303441" y="2477008"/>
            <a:ext cx="3635821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_tradnl" sz="3600" b="1" dirty="0">
                <a:solidFill>
                  <a:schemeClr val="bg1"/>
                </a:solidFill>
                <a:latin typeface="Segoe UI"/>
                <a:cs typeface="Segoe UI"/>
              </a:rPr>
              <a:t>Ataque fuerza bruta Hydra</a:t>
            </a:r>
            <a:endParaRPr lang="es-ES" dirty="0"/>
          </a:p>
        </p:txBody>
      </p:sp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ABCDECA8-51D4-1EE7-CEC5-8AD818EEE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57" y="68234"/>
            <a:ext cx="801718" cy="684835"/>
          </a:xfrm>
          <a:prstGeom prst="rect">
            <a:avLst/>
          </a:prstGeom>
        </p:spPr>
      </p:pic>
      <p:pic>
        <p:nvPicPr>
          <p:cNvPr id="2" name="Imagen 1" descr="Texto&#10;&#10;El contenido generado por IA puede ser incorrecto.">
            <a:extLst>
              <a:ext uri="{FF2B5EF4-FFF2-40B4-BE49-F238E27FC236}">
                <a16:creationId xmlns:a16="http://schemas.microsoft.com/office/drawing/2014/main" id="{F997FC42-7FF1-5626-5046-D6C65C176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93" y="1440752"/>
            <a:ext cx="4048125" cy="542925"/>
          </a:xfrm>
          <a:prstGeom prst="rect">
            <a:avLst/>
          </a:prstGeom>
        </p:spPr>
      </p:pic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C16AD044-D64A-8FFA-5E7A-C334155D39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3082079"/>
            <a:ext cx="7910763" cy="904394"/>
          </a:xfrm>
          <a:prstGeom prst="rect">
            <a:avLst/>
          </a:prstGeom>
        </p:spPr>
      </p:pic>
      <p:pic>
        <p:nvPicPr>
          <p:cNvPr id="7" name="Imagen 6" descr="Texto&#10;&#10;El contenido generado por IA puede ser incorrecto.">
            <a:extLst>
              <a:ext uri="{FF2B5EF4-FFF2-40B4-BE49-F238E27FC236}">
                <a16:creationId xmlns:a16="http://schemas.microsoft.com/office/drawing/2014/main" id="{A701605F-8AB6-0843-8F26-BCBA6674FA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166976"/>
            <a:ext cx="8061158" cy="1075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353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0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1D4B12-B2ED-8A76-8A53-6AA5C481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A blue circular background with a lock and circles&#10;&#10;AI-generated content may be incorrect.">
            <a:extLst>
              <a:ext uri="{FF2B5EF4-FFF2-40B4-BE49-F238E27FC236}">
                <a16:creationId xmlns:a16="http://schemas.microsoft.com/office/drawing/2014/main" id="{FD12AC98-B757-D7EE-59C0-B971C88CF3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43" t="5338" r="32802" b="6634"/>
          <a:stretch>
            <a:fillRect/>
          </a:stretch>
        </p:blipFill>
        <p:spPr>
          <a:xfrm>
            <a:off x="6019066" y="1831"/>
            <a:ext cx="6172934" cy="6854338"/>
          </a:xfrm>
          <a:custGeom>
            <a:avLst/>
            <a:gdLst>
              <a:gd name="connsiteX0" fmla="*/ 0 w 6172934"/>
              <a:gd name="connsiteY0" fmla="*/ 0 h 6854338"/>
              <a:gd name="connsiteX1" fmla="*/ 1996587 w 6172934"/>
              <a:gd name="connsiteY1" fmla="*/ 0 h 6854338"/>
              <a:gd name="connsiteX2" fmla="*/ 3315434 w 6172934"/>
              <a:gd name="connsiteY2" fmla="*/ 1318846 h 6854338"/>
              <a:gd name="connsiteX3" fmla="*/ 4552218 w 6172934"/>
              <a:gd name="connsiteY3" fmla="*/ 1318846 h 6854338"/>
              <a:gd name="connsiteX4" fmla="*/ 5872530 w 6172934"/>
              <a:gd name="connsiteY4" fmla="*/ 0 h 6854338"/>
              <a:gd name="connsiteX5" fmla="*/ 6172934 w 6172934"/>
              <a:gd name="connsiteY5" fmla="*/ 0 h 6854338"/>
              <a:gd name="connsiteX6" fmla="*/ 6172934 w 6172934"/>
              <a:gd name="connsiteY6" fmla="*/ 6854338 h 6854338"/>
              <a:gd name="connsiteX7" fmla="*/ 5784606 w 6172934"/>
              <a:gd name="connsiteY7" fmla="*/ 6854338 h 6854338"/>
              <a:gd name="connsiteX8" fmla="*/ 4552950 w 6172934"/>
              <a:gd name="connsiteY8" fmla="*/ 5622682 h 6854338"/>
              <a:gd name="connsiteX9" fmla="*/ 3316166 w 6172934"/>
              <a:gd name="connsiteY9" fmla="*/ 5622682 h 6854338"/>
              <a:gd name="connsiteX10" fmla="*/ 2084510 w 6172934"/>
              <a:gd name="connsiteY10" fmla="*/ 6854338 h 6854338"/>
              <a:gd name="connsiteX11" fmla="*/ 0 w 6172934"/>
              <a:gd name="connsiteY11" fmla="*/ 6854338 h 6854338"/>
              <a:gd name="connsiteX12" fmla="*/ 2342418 w 6172934"/>
              <a:gd name="connsiteY12" fmla="*/ 4512654 h 6854338"/>
              <a:gd name="connsiteX13" fmla="*/ 2342418 w 6172934"/>
              <a:gd name="connsiteY13" fmla="*/ 2342418 h 6854338"/>
              <a:gd name="connsiteX14" fmla="*/ 0 w 6172934"/>
              <a:gd name="connsiteY14" fmla="*/ 0 h 685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172934" h="6854338">
                <a:moveTo>
                  <a:pt x="0" y="0"/>
                </a:moveTo>
                <a:lnTo>
                  <a:pt x="1996587" y="0"/>
                </a:lnTo>
                <a:lnTo>
                  <a:pt x="3315434" y="1318846"/>
                </a:lnTo>
                <a:cubicBezTo>
                  <a:pt x="3656868" y="1660281"/>
                  <a:pt x="4210784" y="1660281"/>
                  <a:pt x="4552218" y="1318846"/>
                </a:cubicBezTo>
                <a:lnTo>
                  <a:pt x="5872530" y="0"/>
                </a:lnTo>
                <a:lnTo>
                  <a:pt x="6172934" y="0"/>
                </a:lnTo>
                <a:lnTo>
                  <a:pt x="6172934" y="6854338"/>
                </a:lnTo>
                <a:lnTo>
                  <a:pt x="5784606" y="6854338"/>
                </a:lnTo>
                <a:lnTo>
                  <a:pt x="4552950" y="5622682"/>
                </a:lnTo>
                <a:cubicBezTo>
                  <a:pt x="4211516" y="5281248"/>
                  <a:pt x="3657600" y="5281248"/>
                  <a:pt x="3316166" y="5622682"/>
                </a:cubicBezTo>
                <a:lnTo>
                  <a:pt x="2084510" y="6854338"/>
                </a:lnTo>
                <a:lnTo>
                  <a:pt x="0" y="6854338"/>
                </a:lnTo>
                <a:lnTo>
                  <a:pt x="2342418" y="4512654"/>
                </a:lnTo>
                <a:cubicBezTo>
                  <a:pt x="2941760" y="3913311"/>
                  <a:pt x="2941760" y="2941761"/>
                  <a:pt x="2342418" y="2342418"/>
                </a:cubicBez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40A6283C-B0E9-EEF3-AD32-631C95436D6B}"/>
              </a:ext>
            </a:extLst>
          </p:cNvPr>
          <p:cNvSpPr/>
          <p:nvPr/>
        </p:nvSpPr>
        <p:spPr>
          <a:xfrm rot="18965586">
            <a:off x="4947188" y="-1571528"/>
            <a:ext cx="5059955" cy="5006360"/>
          </a:xfrm>
          <a:custGeom>
            <a:avLst/>
            <a:gdLst>
              <a:gd name="connsiteX0" fmla="*/ 1272845 w 5059955"/>
              <a:gd name="connsiteY0" fmla="*/ 0 h 5006360"/>
              <a:gd name="connsiteX1" fmla="*/ 5059955 w 5059955"/>
              <a:gd name="connsiteY1" fmla="*/ 3645296 h 5006360"/>
              <a:gd name="connsiteX2" fmla="*/ 4959261 w 5059955"/>
              <a:gd name="connsiteY2" fmla="*/ 3811044 h 5006360"/>
              <a:gd name="connsiteX3" fmla="*/ 2711141 w 5059955"/>
              <a:gd name="connsiteY3" fmla="*/ 5006360 h 5006360"/>
              <a:gd name="connsiteX4" fmla="*/ 0 w 5059955"/>
              <a:gd name="connsiteY4" fmla="*/ 2295219 h 5006360"/>
              <a:gd name="connsiteX5" fmla="*/ 1195317 w 5059955"/>
              <a:gd name="connsiteY5" fmla="*/ 47099 h 5006360"/>
              <a:gd name="connsiteX6" fmla="*/ 1272845 w 5059955"/>
              <a:gd name="connsiteY6" fmla="*/ 0 h 500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59955" h="5006360">
                <a:moveTo>
                  <a:pt x="1272845" y="0"/>
                </a:moveTo>
                <a:lnTo>
                  <a:pt x="5059955" y="3645296"/>
                </a:lnTo>
                <a:lnTo>
                  <a:pt x="4959261" y="3811044"/>
                </a:lnTo>
                <a:cubicBezTo>
                  <a:pt x="4472050" y="4532212"/>
                  <a:pt x="3646966" y="5006360"/>
                  <a:pt x="2711141" y="5006360"/>
                </a:cubicBezTo>
                <a:cubicBezTo>
                  <a:pt x="1213819" y="5006360"/>
                  <a:pt x="1" y="3792541"/>
                  <a:pt x="0" y="2295219"/>
                </a:cubicBezTo>
                <a:cubicBezTo>
                  <a:pt x="0" y="1359393"/>
                  <a:pt x="474149" y="534310"/>
                  <a:pt x="1195317" y="47099"/>
                </a:cubicBezTo>
                <a:lnTo>
                  <a:pt x="1272845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69A2C49A-42D3-A370-E5F9-58C6C3498209}"/>
              </a:ext>
            </a:extLst>
          </p:cNvPr>
          <p:cNvSpPr/>
          <p:nvPr/>
        </p:nvSpPr>
        <p:spPr>
          <a:xfrm rot="3883329">
            <a:off x="9846156" y="5066770"/>
            <a:ext cx="2077003" cy="2367550"/>
          </a:xfrm>
          <a:custGeom>
            <a:avLst/>
            <a:gdLst>
              <a:gd name="connsiteX0" fmla="*/ 93094 w 2077003"/>
              <a:gd name="connsiteY0" fmla="*/ 723510 h 2367550"/>
              <a:gd name="connsiteX1" fmla="*/ 1184617 w 2077003"/>
              <a:gd name="connsiteY1" fmla="*/ 0 h 2367550"/>
              <a:gd name="connsiteX2" fmla="*/ 2022266 w 2077003"/>
              <a:gd name="connsiteY2" fmla="*/ 346966 h 2367550"/>
              <a:gd name="connsiteX3" fmla="*/ 2077003 w 2077003"/>
              <a:gd name="connsiteY3" fmla="*/ 407192 h 2367550"/>
              <a:gd name="connsiteX4" fmla="*/ 1151273 w 2077003"/>
              <a:gd name="connsiteY4" fmla="*/ 2367550 h 2367550"/>
              <a:gd name="connsiteX5" fmla="*/ 1063496 w 2077003"/>
              <a:gd name="connsiteY5" fmla="*/ 2363118 h 2367550"/>
              <a:gd name="connsiteX6" fmla="*/ 1 w 2077003"/>
              <a:gd name="connsiteY6" fmla="*/ 1184617 h 2367550"/>
              <a:gd name="connsiteX7" fmla="*/ 93094 w 2077003"/>
              <a:gd name="connsiteY7" fmla="*/ 723510 h 236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77003" h="2367550">
                <a:moveTo>
                  <a:pt x="93094" y="723510"/>
                </a:moveTo>
                <a:cubicBezTo>
                  <a:pt x="272928" y="298333"/>
                  <a:pt x="693933" y="0"/>
                  <a:pt x="1184617" y="0"/>
                </a:cubicBezTo>
                <a:cubicBezTo>
                  <a:pt x="1511739" y="0"/>
                  <a:pt x="1807892" y="132593"/>
                  <a:pt x="2022266" y="346966"/>
                </a:cubicBezTo>
                <a:lnTo>
                  <a:pt x="2077003" y="407192"/>
                </a:lnTo>
                <a:lnTo>
                  <a:pt x="1151273" y="2367550"/>
                </a:lnTo>
                <a:lnTo>
                  <a:pt x="1063496" y="2363118"/>
                </a:lnTo>
                <a:cubicBezTo>
                  <a:pt x="466147" y="2302455"/>
                  <a:pt x="0" y="1797973"/>
                  <a:pt x="1" y="1184617"/>
                </a:cubicBezTo>
                <a:cubicBezTo>
                  <a:pt x="1" y="1021056"/>
                  <a:pt x="33149" y="865236"/>
                  <a:pt x="93094" y="723510"/>
                </a:cubicBezTo>
                <a:close/>
              </a:path>
            </a:pathLst>
          </a:custGeom>
          <a:gradFill flip="none" rotWithShape="1">
            <a:gsLst>
              <a:gs pos="0">
                <a:srgbClr val="EF01C1">
                  <a:alpha val="31000"/>
                </a:srgbClr>
              </a:gs>
              <a:gs pos="77000">
                <a:srgbClr val="5C21A3">
                  <a:alpha val="3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9C02635B-CEA4-6BA8-14AD-F47ED447C168}"/>
              </a:ext>
            </a:extLst>
          </p:cNvPr>
          <p:cNvSpPr/>
          <p:nvPr/>
        </p:nvSpPr>
        <p:spPr>
          <a:xfrm rot="18965586">
            <a:off x="8839071" y="-898455"/>
            <a:ext cx="2228242" cy="2186055"/>
          </a:xfrm>
          <a:custGeom>
            <a:avLst/>
            <a:gdLst>
              <a:gd name="connsiteX0" fmla="*/ 259140 w 2228242"/>
              <a:gd name="connsiteY0" fmla="*/ 0 h 2186055"/>
              <a:gd name="connsiteX1" fmla="*/ 2228242 w 2228242"/>
              <a:gd name="connsiteY1" fmla="*/ 1895366 h 2186055"/>
              <a:gd name="connsiteX2" fmla="*/ 2155219 w 2228242"/>
              <a:gd name="connsiteY2" fmla="*/ 1949973 h 2186055"/>
              <a:gd name="connsiteX3" fmla="*/ 1382340 w 2228242"/>
              <a:gd name="connsiteY3" fmla="*/ 2186055 h 2186055"/>
              <a:gd name="connsiteX4" fmla="*/ 0 w 2228242"/>
              <a:gd name="connsiteY4" fmla="*/ 803715 h 2186055"/>
              <a:gd name="connsiteX5" fmla="*/ 236082 w 2228242"/>
              <a:gd name="connsiteY5" fmla="*/ 30835 h 2186055"/>
              <a:gd name="connsiteX6" fmla="*/ 259140 w 2228242"/>
              <a:gd name="connsiteY6" fmla="*/ 0 h 2186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242" h="2186055">
                <a:moveTo>
                  <a:pt x="259140" y="0"/>
                </a:moveTo>
                <a:lnTo>
                  <a:pt x="2228242" y="1895366"/>
                </a:lnTo>
                <a:lnTo>
                  <a:pt x="2155219" y="1949973"/>
                </a:lnTo>
                <a:cubicBezTo>
                  <a:pt x="1934596" y="2099023"/>
                  <a:pt x="1668632" y="2186055"/>
                  <a:pt x="1382340" y="2186055"/>
                </a:cubicBezTo>
                <a:cubicBezTo>
                  <a:pt x="618895" y="2186056"/>
                  <a:pt x="0" y="1567160"/>
                  <a:pt x="0" y="803715"/>
                </a:cubicBezTo>
                <a:cubicBezTo>
                  <a:pt x="0" y="517423"/>
                  <a:pt x="87032" y="251459"/>
                  <a:pt x="236082" y="30835"/>
                </a:cubicBezTo>
                <a:lnTo>
                  <a:pt x="259140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213B012E-4D91-4715-8112-6A78E6393867}"/>
              </a:ext>
            </a:extLst>
          </p:cNvPr>
          <p:cNvSpPr/>
          <p:nvPr/>
        </p:nvSpPr>
        <p:spPr>
          <a:xfrm>
            <a:off x="7329587" y="2176863"/>
            <a:ext cx="4279242" cy="1821000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AE1B614D-2449-E6EE-13A8-C34362F5107C}"/>
              </a:ext>
            </a:extLst>
          </p:cNvPr>
          <p:cNvSpPr/>
          <p:nvPr/>
        </p:nvSpPr>
        <p:spPr>
          <a:xfrm>
            <a:off x="7481954" y="2308484"/>
            <a:ext cx="4130203" cy="1689739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84" name="Graphic 41">
            <a:extLst>
              <a:ext uri="{FF2B5EF4-FFF2-40B4-BE49-F238E27FC236}">
                <a16:creationId xmlns:a16="http://schemas.microsoft.com/office/drawing/2014/main" id="{25FF19B4-1D34-FE79-33B3-1D97D79A166D}"/>
              </a:ext>
            </a:extLst>
          </p:cNvPr>
          <p:cNvSpPr/>
          <p:nvPr/>
        </p:nvSpPr>
        <p:spPr>
          <a:xfrm rot="16200000">
            <a:off x="10758202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5" name="Graphic 41">
            <a:extLst>
              <a:ext uri="{FF2B5EF4-FFF2-40B4-BE49-F238E27FC236}">
                <a16:creationId xmlns:a16="http://schemas.microsoft.com/office/drawing/2014/main" id="{BD6E487F-8FD4-74EB-2987-2BC14520D84B}"/>
              </a:ext>
            </a:extLst>
          </p:cNvPr>
          <p:cNvSpPr/>
          <p:nvPr/>
        </p:nvSpPr>
        <p:spPr>
          <a:xfrm rot="16200000">
            <a:off x="11061109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6" name="Graphic 41">
            <a:extLst>
              <a:ext uri="{FF2B5EF4-FFF2-40B4-BE49-F238E27FC236}">
                <a16:creationId xmlns:a16="http://schemas.microsoft.com/office/drawing/2014/main" id="{BA89B96F-6A26-F151-74A1-6D23ECF443CB}"/>
              </a:ext>
            </a:extLst>
          </p:cNvPr>
          <p:cNvSpPr/>
          <p:nvPr/>
        </p:nvSpPr>
        <p:spPr>
          <a:xfrm rot="16200000">
            <a:off x="11360250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7" name="Graphic 41">
            <a:extLst>
              <a:ext uri="{FF2B5EF4-FFF2-40B4-BE49-F238E27FC236}">
                <a16:creationId xmlns:a16="http://schemas.microsoft.com/office/drawing/2014/main" id="{98293A62-7BFF-3409-572F-47D5C3A5E4BF}"/>
              </a:ext>
            </a:extLst>
          </p:cNvPr>
          <p:cNvSpPr/>
          <p:nvPr/>
        </p:nvSpPr>
        <p:spPr>
          <a:xfrm rot="16200000">
            <a:off x="10758204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8" name="Graphic 41">
            <a:extLst>
              <a:ext uri="{FF2B5EF4-FFF2-40B4-BE49-F238E27FC236}">
                <a16:creationId xmlns:a16="http://schemas.microsoft.com/office/drawing/2014/main" id="{3A6C6D73-2191-968A-290F-556B94F2C26A}"/>
              </a:ext>
            </a:extLst>
          </p:cNvPr>
          <p:cNvSpPr/>
          <p:nvPr/>
        </p:nvSpPr>
        <p:spPr>
          <a:xfrm rot="16200000">
            <a:off x="1106111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9" name="Graphic 41">
            <a:extLst>
              <a:ext uri="{FF2B5EF4-FFF2-40B4-BE49-F238E27FC236}">
                <a16:creationId xmlns:a16="http://schemas.microsoft.com/office/drawing/2014/main" id="{FB1ACEA9-B09E-F670-1D77-578806C91021}"/>
              </a:ext>
            </a:extLst>
          </p:cNvPr>
          <p:cNvSpPr/>
          <p:nvPr/>
        </p:nvSpPr>
        <p:spPr>
          <a:xfrm rot="16200000">
            <a:off x="1136025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0" name="Graphic 41">
            <a:extLst>
              <a:ext uri="{FF2B5EF4-FFF2-40B4-BE49-F238E27FC236}">
                <a16:creationId xmlns:a16="http://schemas.microsoft.com/office/drawing/2014/main" id="{8681B458-C4BF-A924-ED88-C4AE05583316}"/>
              </a:ext>
            </a:extLst>
          </p:cNvPr>
          <p:cNvSpPr/>
          <p:nvPr/>
        </p:nvSpPr>
        <p:spPr>
          <a:xfrm rot="16200000">
            <a:off x="10758205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1" name="Graphic 41">
            <a:extLst>
              <a:ext uri="{FF2B5EF4-FFF2-40B4-BE49-F238E27FC236}">
                <a16:creationId xmlns:a16="http://schemas.microsoft.com/office/drawing/2014/main" id="{14354BFF-9CB9-B828-CFC3-0390CF0AB419}"/>
              </a:ext>
            </a:extLst>
          </p:cNvPr>
          <p:cNvSpPr/>
          <p:nvPr/>
        </p:nvSpPr>
        <p:spPr>
          <a:xfrm rot="16200000">
            <a:off x="1106111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2" name="Graphic 41">
            <a:extLst>
              <a:ext uri="{FF2B5EF4-FFF2-40B4-BE49-F238E27FC236}">
                <a16:creationId xmlns:a16="http://schemas.microsoft.com/office/drawing/2014/main" id="{2604963E-C10A-C496-B199-3AF55FFF8BFF}"/>
              </a:ext>
            </a:extLst>
          </p:cNvPr>
          <p:cNvSpPr/>
          <p:nvPr/>
        </p:nvSpPr>
        <p:spPr>
          <a:xfrm rot="16200000">
            <a:off x="1136025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48BFA6-FFBF-4F3F-B777-280897EC7DCD}"/>
              </a:ext>
            </a:extLst>
          </p:cNvPr>
          <p:cNvSpPr txBox="1"/>
          <p:nvPr/>
        </p:nvSpPr>
        <p:spPr>
          <a:xfrm>
            <a:off x="7657188" y="2764590"/>
            <a:ext cx="3635821" cy="6463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_tradnl" sz="3600" b="1" dirty="0">
                <a:solidFill>
                  <a:schemeClr val="bg1"/>
                </a:solidFill>
                <a:latin typeface="Segoe UI"/>
                <a:cs typeface="Segoe UI"/>
              </a:rPr>
              <a:t>Conexión SSH</a:t>
            </a:r>
            <a:endParaRPr lang="es-ES" dirty="0"/>
          </a:p>
        </p:txBody>
      </p:sp>
      <p:pic>
        <p:nvPicPr>
          <p:cNvPr id="2" name="Imagen 1" descr="Texto&#10;&#10;El contenido generado por IA puede ser incorrecto.">
            <a:extLst>
              <a:ext uri="{FF2B5EF4-FFF2-40B4-BE49-F238E27FC236}">
                <a16:creationId xmlns:a16="http://schemas.microsoft.com/office/drawing/2014/main" id="{285AAFDB-01D9-3BC8-7F94-BBE795012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10" y="1443692"/>
            <a:ext cx="6171260" cy="1722245"/>
          </a:xfrm>
          <a:prstGeom prst="rect">
            <a:avLst/>
          </a:prstGeom>
        </p:spPr>
      </p:pic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626F0D7C-9A4F-1326-851A-E6F155F2C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97" y="3571875"/>
            <a:ext cx="4752975" cy="1238250"/>
          </a:xfrm>
          <a:prstGeom prst="rect">
            <a:avLst/>
          </a:prstGeom>
        </p:spPr>
      </p:pic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4F9D22CB-994B-D68F-2859-0189227F40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57" y="68234"/>
            <a:ext cx="801718" cy="68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388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0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11FD57-3AE5-68B4-34DE-A907D3C78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A blue circular background with a lock and circles&#10;&#10;AI-generated content may be incorrect.">
            <a:extLst>
              <a:ext uri="{FF2B5EF4-FFF2-40B4-BE49-F238E27FC236}">
                <a16:creationId xmlns:a16="http://schemas.microsoft.com/office/drawing/2014/main" id="{1CBA1A4C-CDFD-7D94-9201-0FC8145331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43" t="5338" r="32802" b="6634"/>
          <a:stretch>
            <a:fillRect/>
          </a:stretch>
        </p:blipFill>
        <p:spPr>
          <a:xfrm>
            <a:off x="6019066" y="1831"/>
            <a:ext cx="6172934" cy="6854338"/>
          </a:xfrm>
          <a:custGeom>
            <a:avLst/>
            <a:gdLst>
              <a:gd name="connsiteX0" fmla="*/ 0 w 6172934"/>
              <a:gd name="connsiteY0" fmla="*/ 0 h 6854338"/>
              <a:gd name="connsiteX1" fmla="*/ 1996587 w 6172934"/>
              <a:gd name="connsiteY1" fmla="*/ 0 h 6854338"/>
              <a:gd name="connsiteX2" fmla="*/ 3315434 w 6172934"/>
              <a:gd name="connsiteY2" fmla="*/ 1318846 h 6854338"/>
              <a:gd name="connsiteX3" fmla="*/ 4552218 w 6172934"/>
              <a:gd name="connsiteY3" fmla="*/ 1318846 h 6854338"/>
              <a:gd name="connsiteX4" fmla="*/ 5872530 w 6172934"/>
              <a:gd name="connsiteY4" fmla="*/ 0 h 6854338"/>
              <a:gd name="connsiteX5" fmla="*/ 6172934 w 6172934"/>
              <a:gd name="connsiteY5" fmla="*/ 0 h 6854338"/>
              <a:gd name="connsiteX6" fmla="*/ 6172934 w 6172934"/>
              <a:gd name="connsiteY6" fmla="*/ 6854338 h 6854338"/>
              <a:gd name="connsiteX7" fmla="*/ 5784606 w 6172934"/>
              <a:gd name="connsiteY7" fmla="*/ 6854338 h 6854338"/>
              <a:gd name="connsiteX8" fmla="*/ 4552950 w 6172934"/>
              <a:gd name="connsiteY8" fmla="*/ 5622682 h 6854338"/>
              <a:gd name="connsiteX9" fmla="*/ 3316166 w 6172934"/>
              <a:gd name="connsiteY9" fmla="*/ 5622682 h 6854338"/>
              <a:gd name="connsiteX10" fmla="*/ 2084510 w 6172934"/>
              <a:gd name="connsiteY10" fmla="*/ 6854338 h 6854338"/>
              <a:gd name="connsiteX11" fmla="*/ 0 w 6172934"/>
              <a:gd name="connsiteY11" fmla="*/ 6854338 h 6854338"/>
              <a:gd name="connsiteX12" fmla="*/ 2342418 w 6172934"/>
              <a:gd name="connsiteY12" fmla="*/ 4512654 h 6854338"/>
              <a:gd name="connsiteX13" fmla="*/ 2342418 w 6172934"/>
              <a:gd name="connsiteY13" fmla="*/ 2342418 h 6854338"/>
              <a:gd name="connsiteX14" fmla="*/ 0 w 6172934"/>
              <a:gd name="connsiteY14" fmla="*/ 0 h 685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172934" h="6854338">
                <a:moveTo>
                  <a:pt x="0" y="0"/>
                </a:moveTo>
                <a:lnTo>
                  <a:pt x="1996587" y="0"/>
                </a:lnTo>
                <a:lnTo>
                  <a:pt x="3315434" y="1318846"/>
                </a:lnTo>
                <a:cubicBezTo>
                  <a:pt x="3656868" y="1660281"/>
                  <a:pt x="4210784" y="1660281"/>
                  <a:pt x="4552218" y="1318846"/>
                </a:cubicBezTo>
                <a:lnTo>
                  <a:pt x="5872530" y="0"/>
                </a:lnTo>
                <a:lnTo>
                  <a:pt x="6172934" y="0"/>
                </a:lnTo>
                <a:lnTo>
                  <a:pt x="6172934" y="6854338"/>
                </a:lnTo>
                <a:lnTo>
                  <a:pt x="5784606" y="6854338"/>
                </a:lnTo>
                <a:lnTo>
                  <a:pt x="4552950" y="5622682"/>
                </a:lnTo>
                <a:cubicBezTo>
                  <a:pt x="4211516" y="5281248"/>
                  <a:pt x="3657600" y="5281248"/>
                  <a:pt x="3316166" y="5622682"/>
                </a:cubicBezTo>
                <a:lnTo>
                  <a:pt x="2084510" y="6854338"/>
                </a:lnTo>
                <a:lnTo>
                  <a:pt x="0" y="6854338"/>
                </a:lnTo>
                <a:lnTo>
                  <a:pt x="2342418" y="4512654"/>
                </a:lnTo>
                <a:cubicBezTo>
                  <a:pt x="2941760" y="3913311"/>
                  <a:pt x="2941760" y="2941761"/>
                  <a:pt x="2342418" y="2342418"/>
                </a:cubicBez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D06AD5F9-4344-8283-3E97-3B7AD0A70C55}"/>
              </a:ext>
            </a:extLst>
          </p:cNvPr>
          <p:cNvSpPr/>
          <p:nvPr/>
        </p:nvSpPr>
        <p:spPr>
          <a:xfrm rot="18965586">
            <a:off x="4947188" y="-1571528"/>
            <a:ext cx="5059955" cy="5006360"/>
          </a:xfrm>
          <a:custGeom>
            <a:avLst/>
            <a:gdLst>
              <a:gd name="connsiteX0" fmla="*/ 1272845 w 5059955"/>
              <a:gd name="connsiteY0" fmla="*/ 0 h 5006360"/>
              <a:gd name="connsiteX1" fmla="*/ 5059955 w 5059955"/>
              <a:gd name="connsiteY1" fmla="*/ 3645296 h 5006360"/>
              <a:gd name="connsiteX2" fmla="*/ 4959261 w 5059955"/>
              <a:gd name="connsiteY2" fmla="*/ 3811044 h 5006360"/>
              <a:gd name="connsiteX3" fmla="*/ 2711141 w 5059955"/>
              <a:gd name="connsiteY3" fmla="*/ 5006360 h 5006360"/>
              <a:gd name="connsiteX4" fmla="*/ 0 w 5059955"/>
              <a:gd name="connsiteY4" fmla="*/ 2295219 h 5006360"/>
              <a:gd name="connsiteX5" fmla="*/ 1195317 w 5059955"/>
              <a:gd name="connsiteY5" fmla="*/ 47099 h 5006360"/>
              <a:gd name="connsiteX6" fmla="*/ 1272845 w 5059955"/>
              <a:gd name="connsiteY6" fmla="*/ 0 h 500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59955" h="5006360">
                <a:moveTo>
                  <a:pt x="1272845" y="0"/>
                </a:moveTo>
                <a:lnTo>
                  <a:pt x="5059955" y="3645296"/>
                </a:lnTo>
                <a:lnTo>
                  <a:pt x="4959261" y="3811044"/>
                </a:lnTo>
                <a:cubicBezTo>
                  <a:pt x="4472050" y="4532212"/>
                  <a:pt x="3646966" y="5006360"/>
                  <a:pt x="2711141" y="5006360"/>
                </a:cubicBezTo>
                <a:cubicBezTo>
                  <a:pt x="1213819" y="5006360"/>
                  <a:pt x="1" y="3792541"/>
                  <a:pt x="0" y="2295219"/>
                </a:cubicBezTo>
                <a:cubicBezTo>
                  <a:pt x="0" y="1359393"/>
                  <a:pt x="474149" y="534310"/>
                  <a:pt x="1195317" y="47099"/>
                </a:cubicBezTo>
                <a:lnTo>
                  <a:pt x="1272845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065BF7E2-E40F-86B7-DCCF-2D7465B23138}"/>
              </a:ext>
            </a:extLst>
          </p:cNvPr>
          <p:cNvSpPr/>
          <p:nvPr/>
        </p:nvSpPr>
        <p:spPr>
          <a:xfrm rot="3883329">
            <a:off x="9846156" y="5066770"/>
            <a:ext cx="2077003" cy="2367550"/>
          </a:xfrm>
          <a:custGeom>
            <a:avLst/>
            <a:gdLst>
              <a:gd name="connsiteX0" fmla="*/ 93094 w 2077003"/>
              <a:gd name="connsiteY0" fmla="*/ 723510 h 2367550"/>
              <a:gd name="connsiteX1" fmla="*/ 1184617 w 2077003"/>
              <a:gd name="connsiteY1" fmla="*/ 0 h 2367550"/>
              <a:gd name="connsiteX2" fmla="*/ 2022266 w 2077003"/>
              <a:gd name="connsiteY2" fmla="*/ 346966 h 2367550"/>
              <a:gd name="connsiteX3" fmla="*/ 2077003 w 2077003"/>
              <a:gd name="connsiteY3" fmla="*/ 407192 h 2367550"/>
              <a:gd name="connsiteX4" fmla="*/ 1151273 w 2077003"/>
              <a:gd name="connsiteY4" fmla="*/ 2367550 h 2367550"/>
              <a:gd name="connsiteX5" fmla="*/ 1063496 w 2077003"/>
              <a:gd name="connsiteY5" fmla="*/ 2363118 h 2367550"/>
              <a:gd name="connsiteX6" fmla="*/ 1 w 2077003"/>
              <a:gd name="connsiteY6" fmla="*/ 1184617 h 2367550"/>
              <a:gd name="connsiteX7" fmla="*/ 93094 w 2077003"/>
              <a:gd name="connsiteY7" fmla="*/ 723510 h 236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77003" h="2367550">
                <a:moveTo>
                  <a:pt x="93094" y="723510"/>
                </a:moveTo>
                <a:cubicBezTo>
                  <a:pt x="272928" y="298333"/>
                  <a:pt x="693933" y="0"/>
                  <a:pt x="1184617" y="0"/>
                </a:cubicBezTo>
                <a:cubicBezTo>
                  <a:pt x="1511739" y="0"/>
                  <a:pt x="1807892" y="132593"/>
                  <a:pt x="2022266" y="346966"/>
                </a:cubicBezTo>
                <a:lnTo>
                  <a:pt x="2077003" y="407192"/>
                </a:lnTo>
                <a:lnTo>
                  <a:pt x="1151273" y="2367550"/>
                </a:lnTo>
                <a:lnTo>
                  <a:pt x="1063496" y="2363118"/>
                </a:lnTo>
                <a:cubicBezTo>
                  <a:pt x="466147" y="2302455"/>
                  <a:pt x="0" y="1797973"/>
                  <a:pt x="1" y="1184617"/>
                </a:cubicBezTo>
                <a:cubicBezTo>
                  <a:pt x="1" y="1021056"/>
                  <a:pt x="33149" y="865236"/>
                  <a:pt x="93094" y="723510"/>
                </a:cubicBezTo>
                <a:close/>
              </a:path>
            </a:pathLst>
          </a:custGeom>
          <a:gradFill flip="none" rotWithShape="1">
            <a:gsLst>
              <a:gs pos="0">
                <a:srgbClr val="EF01C1">
                  <a:alpha val="31000"/>
                </a:srgbClr>
              </a:gs>
              <a:gs pos="77000">
                <a:srgbClr val="5C21A3">
                  <a:alpha val="3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EE9BDAB8-6C85-324F-26A2-7EEC25BFC6E7}"/>
              </a:ext>
            </a:extLst>
          </p:cNvPr>
          <p:cNvSpPr/>
          <p:nvPr/>
        </p:nvSpPr>
        <p:spPr>
          <a:xfrm rot="18965586">
            <a:off x="8839071" y="-898455"/>
            <a:ext cx="2228242" cy="2186055"/>
          </a:xfrm>
          <a:custGeom>
            <a:avLst/>
            <a:gdLst>
              <a:gd name="connsiteX0" fmla="*/ 259140 w 2228242"/>
              <a:gd name="connsiteY0" fmla="*/ 0 h 2186055"/>
              <a:gd name="connsiteX1" fmla="*/ 2228242 w 2228242"/>
              <a:gd name="connsiteY1" fmla="*/ 1895366 h 2186055"/>
              <a:gd name="connsiteX2" fmla="*/ 2155219 w 2228242"/>
              <a:gd name="connsiteY2" fmla="*/ 1949973 h 2186055"/>
              <a:gd name="connsiteX3" fmla="*/ 1382340 w 2228242"/>
              <a:gd name="connsiteY3" fmla="*/ 2186055 h 2186055"/>
              <a:gd name="connsiteX4" fmla="*/ 0 w 2228242"/>
              <a:gd name="connsiteY4" fmla="*/ 803715 h 2186055"/>
              <a:gd name="connsiteX5" fmla="*/ 236082 w 2228242"/>
              <a:gd name="connsiteY5" fmla="*/ 30835 h 2186055"/>
              <a:gd name="connsiteX6" fmla="*/ 259140 w 2228242"/>
              <a:gd name="connsiteY6" fmla="*/ 0 h 2186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242" h="2186055">
                <a:moveTo>
                  <a:pt x="259140" y="0"/>
                </a:moveTo>
                <a:lnTo>
                  <a:pt x="2228242" y="1895366"/>
                </a:lnTo>
                <a:lnTo>
                  <a:pt x="2155219" y="1949973"/>
                </a:lnTo>
                <a:cubicBezTo>
                  <a:pt x="1934596" y="2099023"/>
                  <a:pt x="1668632" y="2186055"/>
                  <a:pt x="1382340" y="2186055"/>
                </a:cubicBezTo>
                <a:cubicBezTo>
                  <a:pt x="618895" y="2186056"/>
                  <a:pt x="0" y="1567160"/>
                  <a:pt x="0" y="803715"/>
                </a:cubicBezTo>
                <a:cubicBezTo>
                  <a:pt x="0" y="517423"/>
                  <a:pt x="87032" y="251459"/>
                  <a:pt x="236082" y="30835"/>
                </a:cubicBezTo>
                <a:lnTo>
                  <a:pt x="259140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6458EFF3-B42B-76AA-B842-191A7BE58D6A}"/>
              </a:ext>
            </a:extLst>
          </p:cNvPr>
          <p:cNvSpPr/>
          <p:nvPr/>
        </p:nvSpPr>
        <p:spPr>
          <a:xfrm>
            <a:off x="7329587" y="2176863"/>
            <a:ext cx="4279242" cy="1821000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0B5865FC-4FE0-1F7F-33F7-952161EFCD46}"/>
              </a:ext>
            </a:extLst>
          </p:cNvPr>
          <p:cNvSpPr/>
          <p:nvPr/>
        </p:nvSpPr>
        <p:spPr>
          <a:xfrm>
            <a:off x="7481954" y="2308484"/>
            <a:ext cx="4130203" cy="1689739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84" name="Graphic 41">
            <a:extLst>
              <a:ext uri="{FF2B5EF4-FFF2-40B4-BE49-F238E27FC236}">
                <a16:creationId xmlns:a16="http://schemas.microsoft.com/office/drawing/2014/main" id="{7B84CEAA-4F98-A360-C932-5635967AA1C0}"/>
              </a:ext>
            </a:extLst>
          </p:cNvPr>
          <p:cNvSpPr/>
          <p:nvPr/>
        </p:nvSpPr>
        <p:spPr>
          <a:xfrm rot="16200000">
            <a:off x="10758202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5" name="Graphic 41">
            <a:extLst>
              <a:ext uri="{FF2B5EF4-FFF2-40B4-BE49-F238E27FC236}">
                <a16:creationId xmlns:a16="http://schemas.microsoft.com/office/drawing/2014/main" id="{BBFC2A85-E8B9-4596-036A-9B32CE02662D}"/>
              </a:ext>
            </a:extLst>
          </p:cNvPr>
          <p:cNvSpPr/>
          <p:nvPr/>
        </p:nvSpPr>
        <p:spPr>
          <a:xfrm rot="16200000">
            <a:off x="11061109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6" name="Graphic 41">
            <a:extLst>
              <a:ext uri="{FF2B5EF4-FFF2-40B4-BE49-F238E27FC236}">
                <a16:creationId xmlns:a16="http://schemas.microsoft.com/office/drawing/2014/main" id="{C313D968-2683-ED1C-7516-2346F4573C53}"/>
              </a:ext>
            </a:extLst>
          </p:cNvPr>
          <p:cNvSpPr/>
          <p:nvPr/>
        </p:nvSpPr>
        <p:spPr>
          <a:xfrm rot="16200000">
            <a:off x="11360250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7" name="Graphic 41">
            <a:extLst>
              <a:ext uri="{FF2B5EF4-FFF2-40B4-BE49-F238E27FC236}">
                <a16:creationId xmlns:a16="http://schemas.microsoft.com/office/drawing/2014/main" id="{027151BC-94A6-CFD5-3AF0-970646CE82BE}"/>
              </a:ext>
            </a:extLst>
          </p:cNvPr>
          <p:cNvSpPr/>
          <p:nvPr/>
        </p:nvSpPr>
        <p:spPr>
          <a:xfrm rot="16200000">
            <a:off x="10758204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8" name="Graphic 41">
            <a:extLst>
              <a:ext uri="{FF2B5EF4-FFF2-40B4-BE49-F238E27FC236}">
                <a16:creationId xmlns:a16="http://schemas.microsoft.com/office/drawing/2014/main" id="{1133FB69-220E-B923-0F48-C820B5E14BDE}"/>
              </a:ext>
            </a:extLst>
          </p:cNvPr>
          <p:cNvSpPr/>
          <p:nvPr/>
        </p:nvSpPr>
        <p:spPr>
          <a:xfrm rot="16200000">
            <a:off x="1106111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9" name="Graphic 41">
            <a:extLst>
              <a:ext uri="{FF2B5EF4-FFF2-40B4-BE49-F238E27FC236}">
                <a16:creationId xmlns:a16="http://schemas.microsoft.com/office/drawing/2014/main" id="{2986B76B-843D-938A-3C80-B02FE6092C6C}"/>
              </a:ext>
            </a:extLst>
          </p:cNvPr>
          <p:cNvSpPr/>
          <p:nvPr/>
        </p:nvSpPr>
        <p:spPr>
          <a:xfrm rot="16200000">
            <a:off x="1136025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0" name="Graphic 41">
            <a:extLst>
              <a:ext uri="{FF2B5EF4-FFF2-40B4-BE49-F238E27FC236}">
                <a16:creationId xmlns:a16="http://schemas.microsoft.com/office/drawing/2014/main" id="{10AC48D5-74DD-B147-F1E2-EE3B21782657}"/>
              </a:ext>
            </a:extLst>
          </p:cNvPr>
          <p:cNvSpPr/>
          <p:nvPr/>
        </p:nvSpPr>
        <p:spPr>
          <a:xfrm rot="16200000">
            <a:off x="10758205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1" name="Graphic 41">
            <a:extLst>
              <a:ext uri="{FF2B5EF4-FFF2-40B4-BE49-F238E27FC236}">
                <a16:creationId xmlns:a16="http://schemas.microsoft.com/office/drawing/2014/main" id="{B4D37988-9B62-6462-4CA7-9E973847EA64}"/>
              </a:ext>
            </a:extLst>
          </p:cNvPr>
          <p:cNvSpPr/>
          <p:nvPr/>
        </p:nvSpPr>
        <p:spPr>
          <a:xfrm rot="16200000">
            <a:off x="1106111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2" name="Graphic 41">
            <a:extLst>
              <a:ext uri="{FF2B5EF4-FFF2-40B4-BE49-F238E27FC236}">
                <a16:creationId xmlns:a16="http://schemas.microsoft.com/office/drawing/2014/main" id="{6E4E53B2-77C2-2BB8-3509-830BA6485A9E}"/>
              </a:ext>
            </a:extLst>
          </p:cNvPr>
          <p:cNvSpPr/>
          <p:nvPr/>
        </p:nvSpPr>
        <p:spPr>
          <a:xfrm rot="16200000">
            <a:off x="1136025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0A16F8-651C-068C-0F6D-0F83ED8EE13F}"/>
              </a:ext>
            </a:extLst>
          </p:cNvPr>
          <p:cNvSpPr txBox="1"/>
          <p:nvPr/>
        </p:nvSpPr>
        <p:spPr>
          <a:xfrm>
            <a:off x="7724707" y="2486654"/>
            <a:ext cx="3635821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_tradnl" sz="3600" b="1" dirty="0">
                <a:solidFill>
                  <a:schemeClr val="bg1"/>
                </a:solidFill>
                <a:latin typeface="Segoe UI"/>
                <a:cs typeface="Segoe UI"/>
              </a:rPr>
              <a:t>GRUB sin protección</a:t>
            </a:r>
          </a:p>
        </p:txBody>
      </p:sp>
      <p:pic>
        <p:nvPicPr>
          <p:cNvPr id="2" name="Imagen 1" descr="Texto&#10;&#10;El contenido generado por IA puede ser incorrecto.">
            <a:extLst>
              <a:ext uri="{FF2B5EF4-FFF2-40B4-BE49-F238E27FC236}">
                <a16:creationId xmlns:a16="http://schemas.microsoft.com/office/drawing/2014/main" id="{77915CF9-A58F-0659-6E9D-B4DC47659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85" y="878524"/>
            <a:ext cx="2917063" cy="1988074"/>
          </a:xfrm>
          <a:prstGeom prst="rect">
            <a:avLst/>
          </a:prstGeom>
        </p:spPr>
      </p:pic>
      <p:pic>
        <p:nvPicPr>
          <p:cNvPr id="3" name="Imagen 2" descr="Texto&#10;&#10;El contenido generado por IA puede ser incorrecto.">
            <a:extLst>
              <a:ext uri="{FF2B5EF4-FFF2-40B4-BE49-F238E27FC236}">
                <a16:creationId xmlns:a16="http://schemas.microsoft.com/office/drawing/2014/main" id="{AD1D3633-171C-FB9F-201B-48E2F704B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44" y="877440"/>
            <a:ext cx="2927312" cy="1990244"/>
          </a:xfrm>
          <a:prstGeom prst="rect">
            <a:avLst/>
          </a:prstGeom>
        </p:spPr>
      </p:pic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FEF916F8-DF9E-ABEA-8D25-3BD2521EC1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750" y="2992051"/>
            <a:ext cx="5673766" cy="72221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4F68D33-71A8-AC57-BA7C-498390066F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0821" y="3841522"/>
            <a:ext cx="3333750" cy="200025"/>
          </a:xfrm>
          <a:prstGeom prst="rect">
            <a:avLst/>
          </a:prstGeom>
        </p:spPr>
      </p:pic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94481AD4-680F-0814-20A0-885EE54996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6066" y="4153436"/>
            <a:ext cx="3400425" cy="7143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D457F80-B943-1FC3-7BC2-0363F52C49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6668" y="4989225"/>
            <a:ext cx="3495675" cy="1809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F702B8A-48F0-AD6A-B022-7BD9C2EE0D6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207" y="5274071"/>
            <a:ext cx="2790825" cy="22860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A0D8098-4758-66EC-18E3-F96B9473C9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8228" y="5602804"/>
            <a:ext cx="3271416" cy="989033"/>
          </a:xfrm>
          <a:prstGeom prst="rect">
            <a:avLst/>
          </a:prstGeom>
        </p:spPr>
      </p:pic>
      <p:pic>
        <p:nvPicPr>
          <p:cNvPr id="10" name="Imagen 9" descr="Texto&#10;&#10;El contenido generado por IA puede ser incorrecto.">
            <a:extLst>
              <a:ext uri="{FF2B5EF4-FFF2-40B4-BE49-F238E27FC236}">
                <a16:creationId xmlns:a16="http://schemas.microsoft.com/office/drawing/2014/main" id="{A5D34202-140F-59A0-1697-EA9982A1DB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457" y="68234"/>
            <a:ext cx="801718" cy="68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286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0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E6A326-6708-E092-2499-5AEE93B0E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A blue circular background with a lock and circles&#10;&#10;AI-generated content may be incorrect.">
            <a:extLst>
              <a:ext uri="{FF2B5EF4-FFF2-40B4-BE49-F238E27FC236}">
                <a16:creationId xmlns:a16="http://schemas.microsoft.com/office/drawing/2014/main" id="{14DDC1E3-36D5-9086-B7A8-549C0CB7FE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43" t="5338" r="32802" b="6634"/>
          <a:stretch>
            <a:fillRect/>
          </a:stretch>
        </p:blipFill>
        <p:spPr>
          <a:xfrm>
            <a:off x="6019066" y="1831"/>
            <a:ext cx="6172934" cy="6854338"/>
          </a:xfrm>
          <a:custGeom>
            <a:avLst/>
            <a:gdLst>
              <a:gd name="connsiteX0" fmla="*/ 0 w 6172934"/>
              <a:gd name="connsiteY0" fmla="*/ 0 h 6854338"/>
              <a:gd name="connsiteX1" fmla="*/ 1996587 w 6172934"/>
              <a:gd name="connsiteY1" fmla="*/ 0 h 6854338"/>
              <a:gd name="connsiteX2" fmla="*/ 3315434 w 6172934"/>
              <a:gd name="connsiteY2" fmla="*/ 1318846 h 6854338"/>
              <a:gd name="connsiteX3" fmla="*/ 4552218 w 6172934"/>
              <a:gd name="connsiteY3" fmla="*/ 1318846 h 6854338"/>
              <a:gd name="connsiteX4" fmla="*/ 5872530 w 6172934"/>
              <a:gd name="connsiteY4" fmla="*/ 0 h 6854338"/>
              <a:gd name="connsiteX5" fmla="*/ 6172934 w 6172934"/>
              <a:gd name="connsiteY5" fmla="*/ 0 h 6854338"/>
              <a:gd name="connsiteX6" fmla="*/ 6172934 w 6172934"/>
              <a:gd name="connsiteY6" fmla="*/ 6854338 h 6854338"/>
              <a:gd name="connsiteX7" fmla="*/ 5784606 w 6172934"/>
              <a:gd name="connsiteY7" fmla="*/ 6854338 h 6854338"/>
              <a:gd name="connsiteX8" fmla="*/ 4552950 w 6172934"/>
              <a:gd name="connsiteY8" fmla="*/ 5622682 h 6854338"/>
              <a:gd name="connsiteX9" fmla="*/ 3316166 w 6172934"/>
              <a:gd name="connsiteY9" fmla="*/ 5622682 h 6854338"/>
              <a:gd name="connsiteX10" fmla="*/ 2084510 w 6172934"/>
              <a:gd name="connsiteY10" fmla="*/ 6854338 h 6854338"/>
              <a:gd name="connsiteX11" fmla="*/ 0 w 6172934"/>
              <a:gd name="connsiteY11" fmla="*/ 6854338 h 6854338"/>
              <a:gd name="connsiteX12" fmla="*/ 2342418 w 6172934"/>
              <a:gd name="connsiteY12" fmla="*/ 4512654 h 6854338"/>
              <a:gd name="connsiteX13" fmla="*/ 2342418 w 6172934"/>
              <a:gd name="connsiteY13" fmla="*/ 2342418 h 6854338"/>
              <a:gd name="connsiteX14" fmla="*/ 0 w 6172934"/>
              <a:gd name="connsiteY14" fmla="*/ 0 h 685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172934" h="6854338">
                <a:moveTo>
                  <a:pt x="0" y="0"/>
                </a:moveTo>
                <a:lnTo>
                  <a:pt x="1996587" y="0"/>
                </a:lnTo>
                <a:lnTo>
                  <a:pt x="3315434" y="1318846"/>
                </a:lnTo>
                <a:cubicBezTo>
                  <a:pt x="3656868" y="1660281"/>
                  <a:pt x="4210784" y="1660281"/>
                  <a:pt x="4552218" y="1318846"/>
                </a:cubicBezTo>
                <a:lnTo>
                  <a:pt x="5872530" y="0"/>
                </a:lnTo>
                <a:lnTo>
                  <a:pt x="6172934" y="0"/>
                </a:lnTo>
                <a:lnTo>
                  <a:pt x="6172934" y="6854338"/>
                </a:lnTo>
                <a:lnTo>
                  <a:pt x="5784606" y="6854338"/>
                </a:lnTo>
                <a:lnTo>
                  <a:pt x="4552950" y="5622682"/>
                </a:lnTo>
                <a:cubicBezTo>
                  <a:pt x="4211516" y="5281248"/>
                  <a:pt x="3657600" y="5281248"/>
                  <a:pt x="3316166" y="5622682"/>
                </a:cubicBezTo>
                <a:lnTo>
                  <a:pt x="2084510" y="6854338"/>
                </a:lnTo>
                <a:lnTo>
                  <a:pt x="0" y="6854338"/>
                </a:lnTo>
                <a:lnTo>
                  <a:pt x="2342418" y="4512654"/>
                </a:lnTo>
                <a:cubicBezTo>
                  <a:pt x="2941760" y="3913311"/>
                  <a:pt x="2941760" y="2941761"/>
                  <a:pt x="2342418" y="2342418"/>
                </a:cubicBez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70DA7AF4-BC3E-2ED0-566D-B7F48FBD4D97}"/>
              </a:ext>
            </a:extLst>
          </p:cNvPr>
          <p:cNvSpPr/>
          <p:nvPr/>
        </p:nvSpPr>
        <p:spPr>
          <a:xfrm rot="18965586">
            <a:off x="4947188" y="-1571528"/>
            <a:ext cx="5059955" cy="5006360"/>
          </a:xfrm>
          <a:custGeom>
            <a:avLst/>
            <a:gdLst>
              <a:gd name="connsiteX0" fmla="*/ 1272845 w 5059955"/>
              <a:gd name="connsiteY0" fmla="*/ 0 h 5006360"/>
              <a:gd name="connsiteX1" fmla="*/ 5059955 w 5059955"/>
              <a:gd name="connsiteY1" fmla="*/ 3645296 h 5006360"/>
              <a:gd name="connsiteX2" fmla="*/ 4959261 w 5059955"/>
              <a:gd name="connsiteY2" fmla="*/ 3811044 h 5006360"/>
              <a:gd name="connsiteX3" fmla="*/ 2711141 w 5059955"/>
              <a:gd name="connsiteY3" fmla="*/ 5006360 h 5006360"/>
              <a:gd name="connsiteX4" fmla="*/ 0 w 5059955"/>
              <a:gd name="connsiteY4" fmla="*/ 2295219 h 5006360"/>
              <a:gd name="connsiteX5" fmla="*/ 1195317 w 5059955"/>
              <a:gd name="connsiteY5" fmla="*/ 47099 h 5006360"/>
              <a:gd name="connsiteX6" fmla="*/ 1272845 w 5059955"/>
              <a:gd name="connsiteY6" fmla="*/ 0 h 500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59955" h="5006360">
                <a:moveTo>
                  <a:pt x="1272845" y="0"/>
                </a:moveTo>
                <a:lnTo>
                  <a:pt x="5059955" y="3645296"/>
                </a:lnTo>
                <a:lnTo>
                  <a:pt x="4959261" y="3811044"/>
                </a:lnTo>
                <a:cubicBezTo>
                  <a:pt x="4472050" y="4532212"/>
                  <a:pt x="3646966" y="5006360"/>
                  <a:pt x="2711141" y="5006360"/>
                </a:cubicBezTo>
                <a:cubicBezTo>
                  <a:pt x="1213819" y="5006360"/>
                  <a:pt x="1" y="3792541"/>
                  <a:pt x="0" y="2295219"/>
                </a:cubicBezTo>
                <a:cubicBezTo>
                  <a:pt x="0" y="1359393"/>
                  <a:pt x="474149" y="534310"/>
                  <a:pt x="1195317" y="47099"/>
                </a:cubicBezTo>
                <a:lnTo>
                  <a:pt x="1272845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5FB061AA-407A-3DB8-8464-466F81A79A31}"/>
              </a:ext>
            </a:extLst>
          </p:cNvPr>
          <p:cNvSpPr/>
          <p:nvPr/>
        </p:nvSpPr>
        <p:spPr>
          <a:xfrm rot="3883329">
            <a:off x="9846156" y="5066770"/>
            <a:ext cx="2077003" cy="2367550"/>
          </a:xfrm>
          <a:custGeom>
            <a:avLst/>
            <a:gdLst>
              <a:gd name="connsiteX0" fmla="*/ 93094 w 2077003"/>
              <a:gd name="connsiteY0" fmla="*/ 723510 h 2367550"/>
              <a:gd name="connsiteX1" fmla="*/ 1184617 w 2077003"/>
              <a:gd name="connsiteY1" fmla="*/ 0 h 2367550"/>
              <a:gd name="connsiteX2" fmla="*/ 2022266 w 2077003"/>
              <a:gd name="connsiteY2" fmla="*/ 346966 h 2367550"/>
              <a:gd name="connsiteX3" fmla="*/ 2077003 w 2077003"/>
              <a:gd name="connsiteY3" fmla="*/ 407192 h 2367550"/>
              <a:gd name="connsiteX4" fmla="*/ 1151273 w 2077003"/>
              <a:gd name="connsiteY4" fmla="*/ 2367550 h 2367550"/>
              <a:gd name="connsiteX5" fmla="*/ 1063496 w 2077003"/>
              <a:gd name="connsiteY5" fmla="*/ 2363118 h 2367550"/>
              <a:gd name="connsiteX6" fmla="*/ 1 w 2077003"/>
              <a:gd name="connsiteY6" fmla="*/ 1184617 h 2367550"/>
              <a:gd name="connsiteX7" fmla="*/ 93094 w 2077003"/>
              <a:gd name="connsiteY7" fmla="*/ 723510 h 236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77003" h="2367550">
                <a:moveTo>
                  <a:pt x="93094" y="723510"/>
                </a:moveTo>
                <a:cubicBezTo>
                  <a:pt x="272928" y="298333"/>
                  <a:pt x="693933" y="0"/>
                  <a:pt x="1184617" y="0"/>
                </a:cubicBezTo>
                <a:cubicBezTo>
                  <a:pt x="1511739" y="0"/>
                  <a:pt x="1807892" y="132593"/>
                  <a:pt x="2022266" y="346966"/>
                </a:cubicBezTo>
                <a:lnTo>
                  <a:pt x="2077003" y="407192"/>
                </a:lnTo>
                <a:lnTo>
                  <a:pt x="1151273" y="2367550"/>
                </a:lnTo>
                <a:lnTo>
                  <a:pt x="1063496" y="2363118"/>
                </a:lnTo>
                <a:cubicBezTo>
                  <a:pt x="466147" y="2302455"/>
                  <a:pt x="0" y="1797973"/>
                  <a:pt x="1" y="1184617"/>
                </a:cubicBezTo>
                <a:cubicBezTo>
                  <a:pt x="1" y="1021056"/>
                  <a:pt x="33149" y="865236"/>
                  <a:pt x="93094" y="723510"/>
                </a:cubicBezTo>
                <a:close/>
              </a:path>
            </a:pathLst>
          </a:custGeom>
          <a:gradFill flip="none" rotWithShape="1">
            <a:gsLst>
              <a:gs pos="0">
                <a:srgbClr val="EF01C1">
                  <a:alpha val="31000"/>
                </a:srgbClr>
              </a:gs>
              <a:gs pos="77000">
                <a:srgbClr val="5C21A3">
                  <a:alpha val="3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F11EBCE6-4C20-35C6-202A-AF6E90B18478}"/>
              </a:ext>
            </a:extLst>
          </p:cNvPr>
          <p:cNvSpPr/>
          <p:nvPr/>
        </p:nvSpPr>
        <p:spPr>
          <a:xfrm rot="18965586">
            <a:off x="8839071" y="-898455"/>
            <a:ext cx="2228242" cy="2186055"/>
          </a:xfrm>
          <a:custGeom>
            <a:avLst/>
            <a:gdLst>
              <a:gd name="connsiteX0" fmla="*/ 259140 w 2228242"/>
              <a:gd name="connsiteY0" fmla="*/ 0 h 2186055"/>
              <a:gd name="connsiteX1" fmla="*/ 2228242 w 2228242"/>
              <a:gd name="connsiteY1" fmla="*/ 1895366 h 2186055"/>
              <a:gd name="connsiteX2" fmla="*/ 2155219 w 2228242"/>
              <a:gd name="connsiteY2" fmla="*/ 1949973 h 2186055"/>
              <a:gd name="connsiteX3" fmla="*/ 1382340 w 2228242"/>
              <a:gd name="connsiteY3" fmla="*/ 2186055 h 2186055"/>
              <a:gd name="connsiteX4" fmla="*/ 0 w 2228242"/>
              <a:gd name="connsiteY4" fmla="*/ 803715 h 2186055"/>
              <a:gd name="connsiteX5" fmla="*/ 236082 w 2228242"/>
              <a:gd name="connsiteY5" fmla="*/ 30835 h 2186055"/>
              <a:gd name="connsiteX6" fmla="*/ 259140 w 2228242"/>
              <a:gd name="connsiteY6" fmla="*/ 0 h 2186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242" h="2186055">
                <a:moveTo>
                  <a:pt x="259140" y="0"/>
                </a:moveTo>
                <a:lnTo>
                  <a:pt x="2228242" y="1895366"/>
                </a:lnTo>
                <a:lnTo>
                  <a:pt x="2155219" y="1949973"/>
                </a:lnTo>
                <a:cubicBezTo>
                  <a:pt x="1934596" y="2099023"/>
                  <a:pt x="1668632" y="2186055"/>
                  <a:pt x="1382340" y="2186055"/>
                </a:cubicBezTo>
                <a:cubicBezTo>
                  <a:pt x="618895" y="2186056"/>
                  <a:pt x="0" y="1567160"/>
                  <a:pt x="0" y="803715"/>
                </a:cubicBezTo>
                <a:cubicBezTo>
                  <a:pt x="0" y="517423"/>
                  <a:pt x="87032" y="251459"/>
                  <a:pt x="236082" y="30835"/>
                </a:cubicBezTo>
                <a:lnTo>
                  <a:pt x="259140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0F7B77E2-4CFF-51A4-354B-0D18B1D27C5A}"/>
              </a:ext>
            </a:extLst>
          </p:cNvPr>
          <p:cNvSpPr/>
          <p:nvPr/>
        </p:nvSpPr>
        <p:spPr>
          <a:xfrm>
            <a:off x="7329587" y="2176863"/>
            <a:ext cx="4279242" cy="1821000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2BB288FD-8DA2-6F90-6318-8673761951E6}"/>
              </a:ext>
            </a:extLst>
          </p:cNvPr>
          <p:cNvSpPr/>
          <p:nvPr/>
        </p:nvSpPr>
        <p:spPr>
          <a:xfrm>
            <a:off x="7481954" y="2308484"/>
            <a:ext cx="4130203" cy="1689739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84" name="Graphic 41">
            <a:extLst>
              <a:ext uri="{FF2B5EF4-FFF2-40B4-BE49-F238E27FC236}">
                <a16:creationId xmlns:a16="http://schemas.microsoft.com/office/drawing/2014/main" id="{DC40612C-6132-F011-7E37-7105C6D6A9EA}"/>
              </a:ext>
            </a:extLst>
          </p:cNvPr>
          <p:cNvSpPr/>
          <p:nvPr/>
        </p:nvSpPr>
        <p:spPr>
          <a:xfrm rot="16200000">
            <a:off x="10758202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5" name="Graphic 41">
            <a:extLst>
              <a:ext uri="{FF2B5EF4-FFF2-40B4-BE49-F238E27FC236}">
                <a16:creationId xmlns:a16="http://schemas.microsoft.com/office/drawing/2014/main" id="{CACC27D3-386D-B23D-2A8F-D14758E835C5}"/>
              </a:ext>
            </a:extLst>
          </p:cNvPr>
          <p:cNvSpPr/>
          <p:nvPr/>
        </p:nvSpPr>
        <p:spPr>
          <a:xfrm rot="16200000">
            <a:off x="11061109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6" name="Graphic 41">
            <a:extLst>
              <a:ext uri="{FF2B5EF4-FFF2-40B4-BE49-F238E27FC236}">
                <a16:creationId xmlns:a16="http://schemas.microsoft.com/office/drawing/2014/main" id="{D45D6998-0CF8-8428-C22F-4E9387037157}"/>
              </a:ext>
            </a:extLst>
          </p:cNvPr>
          <p:cNvSpPr/>
          <p:nvPr/>
        </p:nvSpPr>
        <p:spPr>
          <a:xfrm rot="16200000">
            <a:off x="11360250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7" name="Graphic 41">
            <a:extLst>
              <a:ext uri="{FF2B5EF4-FFF2-40B4-BE49-F238E27FC236}">
                <a16:creationId xmlns:a16="http://schemas.microsoft.com/office/drawing/2014/main" id="{A603E9ED-3CB1-236E-6FC1-067B94698A9C}"/>
              </a:ext>
            </a:extLst>
          </p:cNvPr>
          <p:cNvSpPr/>
          <p:nvPr/>
        </p:nvSpPr>
        <p:spPr>
          <a:xfrm rot="16200000">
            <a:off x="10758204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8" name="Graphic 41">
            <a:extLst>
              <a:ext uri="{FF2B5EF4-FFF2-40B4-BE49-F238E27FC236}">
                <a16:creationId xmlns:a16="http://schemas.microsoft.com/office/drawing/2014/main" id="{2957C3F7-1A11-4C0B-849D-EA73E0B59EA9}"/>
              </a:ext>
            </a:extLst>
          </p:cNvPr>
          <p:cNvSpPr/>
          <p:nvPr/>
        </p:nvSpPr>
        <p:spPr>
          <a:xfrm rot="16200000">
            <a:off x="1106111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9" name="Graphic 41">
            <a:extLst>
              <a:ext uri="{FF2B5EF4-FFF2-40B4-BE49-F238E27FC236}">
                <a16:creationId xmlns:a16="http://schemas.microsoft.com/office/drawing/2014/main" id="{DC3B07AA-A845-7DAE-E9B6-C09B11443BE3}"/>
              </a:ext>
            </a:extLst>
          </p:cNvPr>
          <p:cNvSpPr/>
          <p:nvPr/>
        </p:nvSpPr>
        <p:spPr>
          <a:xfrm rot="16200000">
            <a:off x="1136025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0" name="Graphic 41">
            <a:extLst>
              <a:ext uri="{FF2B5EF4-FFF2-40B4-BE49-F238E27FC236}">
                <a16:creationId xmlns:a16="http://schemas.microsoft.com/office/drawing/2014/main" id="{EE13E92E-51D2-1C53-91C6-4B5749C5C9A1}"/>
              </a:ext>
            </a:extLst>
          </p:cNvPr>
          <p:cNvSpPr/>
          <p:nvPr/>
        </p:nvSpPr>
        <p:spPr>
          <a:xfrm rot="16200000">
            <a:off x="10758205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1" name="Graphic 41">
            <a:extLst>
              <a:ext uri="{FF2B5EF4-FFF2-40B4-BE49-F238E27FC236}">
                <a16:creationId xmlns:a16="http://schemas.microsoft.com/office/drawing/2014/main" id="{05209628-7361-3B29-EB45-9A5059A8E114}"/>
              </a:ext>
            </a:extLst>
          </p:cNvPr>
          <p:cNvSpPr/>
          <p:nvPr/>
        </p:nvSpPr>
        <p:spPr>
          <a:xfrm rot="16200000">
            <a:off x="1106111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2" name="Graphic 41">
            <a:extLst>
              <a:ext uri="{FF2B5EF4-FFF2-40B4-BE49-F238E27FC236}">
                <a16:creationId xmlns:a16="http://schemas.microsoft.com/office/drawing/2014/main" id="{194559AF-00E2-9A9A-DBD6-B9174C9098A5}"/>
              </a:ext>
            </a:extLst>
          </p:cNvPr>
          <p:cNvSpPr/>
          <p:nvPr/>
        </p:nvSpPr>
        <p:spPr>
          <a:xfrm rot="16200000">
            <a:off x="1136025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415302C-EF1A-330F-1849-7EDC87389ED1}"/>
              </a:ext>
            </a:extLst>
          </p:cNvPr>
          <p:cNvSpPr txBox="1"/>
          <p:nvPr/>
        </p:nvSpPr>
        <p:spPr>
          <a:xfrm>
            <a:off x="7772934" y="2313033"/>
            <a:ext cx="3587594" cy="174468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_tradnl" sz="3600" b="1" dirty="0">
                <a:solidFill>
                  <a:schemeClr val="bg1"/>
                </a:solidFill>
                <a:latin typeface="Segoe UI"/>
                <a:cs typeface="Segoe UI"/>
              </a:rPr>
              <a:t>Medidas correctivas (GRUB)</a:t>
            </a:r>
          </a:p>
        </p:txBody>
      </p:sp>
      <p:pic>
        <p:nvPicPr>
          <p:cNvPr id="8" name="Imagen 7" descr="Texto&#10;&#10;El contenido generado por IA puede ser incorrecto.">
            <a:extLst>
              <a:ext uri="{FF2B5EF4-FFF2-40B4-BE49-F238E27FC236}">
                <a16:creationId xmlns:a16="http://schemas.microsoft.com/office/drawing/2014/main" id="{B6685A1A-5F08-7382-F83E-E686B5A2E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106" y="788780"/>
            <a:ext cx="8197408" cy="118688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3B689D2-2409-5DCC-D219-FF79332196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489" y="2098588"/>
            <a:ext cx="5089124" cy="245601"/>
          </a:xfrm>
          <a:prstGeom prst="rect">
            <a:avLst/>
          </a:prstGeom>
        </p:spPr>
      </p:pic>
      <p:pic>
        <p:nvPicPr>
          <p:cNvPr id="10" name="Imagen 9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AEBD14DD-F8FA-2B84-F592-2C756905B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102" y="2416891"/>
            <a:ext cx="6924556" cy="1248740"/>
          </a:xfrm>
          <a:prstGeom prst="rect">
            <a:avLst/>
          </a:prstGeom>
        </p:spPr>
      </p:pic>
      <p:pic>
        <p:nvPicPr>
          <p:cNvPr id="19" name="Imagen 18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AD2426A1-345C-B9D5-3DD8-7AE808C287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489" y="6022466"/>
            <a:ext cx="2243681" cy="731617"/>
          </a:xfrm>
          <a:prstGeom prst="rect">
            <a:avLst/>
          </a:prstGeom>
        </p:spPr>
      </p:pic>
      <p:pic>
        <p:nvPicPr>
          <p:cNvPr id="21" name="Imagen 20" descr="Texto&#10;&#10;El contenido generado por IA puede ser incorrecto.">
            <a:extLst>
              <a:ext uri="{FF2B5EF4-FFF2-40B4-BE49-F238E27FC236}">
                <a16:creationId xmlns:a16="http://schemas.microsoft.com/office/drawing/2014/main" id="{5688383C-A46A-0F59-9EE2-8687B459FE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8624" y="3793073"/>
            <a:ext cx="5102145" cy="2113466"/>
          </a:xfrm>
          <a:prstGeom prst="rect">
            <a:avLst/>
          </a:prstGeom>
        </p:spPr>
      </p:pic>
      <p:pic>
        <p:nvPicPr>
          <p:cNvPr id="25" name="Imagen 24" descr="Texto&#10;&#10;El contenido generado por IA puede ser incorrecto.">
            <a:extLst>
              <a:ext uri="{FF2B5EF4-FFF2-40B4-BE49-F238E27FC236}">
                <a16:creationId xmlns:a16="http://schemas.microsoft.com/office/drawing/2014/main" id="{0D2B8638-743F-A81A-A670-3635DEBF9C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457" y="68234"/>
            <a:ext cx="801718" cy="68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509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0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CBC73A-F8B1-CC93-F520-7E74542D1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A blue circular background with a lock and circles&#10;&#10;AI-generated content may be incorrect.">
            <a:extLst>
              <a:ext uri="{FF2B5EF4-FFF2-40B4-BE49-F238E27FC236}">
                <a16:creationId xmlns:a16="http://schemas.microsoft.com/office/drawing/2014/main" id="{F77BDCE1-E178-7581-0839-6D0530331C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43" t="5338" r="32802" b="6634"/>
          <a:stretch>
            <a:fillRect/>
          </a:stretch>
        </p:blipFill>
        <p:spPr>
          <a:xfrm>
            <a:off x="6019066" y="1831"/>
            <a:ext cx="6172934" cy="6854338"/>
          </a:xfrm>
          <a:custGeom>
            <a:avLst/>
            <a:gdLst>
              <a:gd name="connsiteX0" fmla="*/ 0 w 6172934"/>
              <a:gd name="connsiteY0" fmla="*/ 0 h 6854338"/>
              <a:gd name="connsiteX1" fmla="*/ 1996587 w 6172934"/>
              <a:gd name="connsiteY1" fmla="*/ 0 h 6854338"/>
              <a:gd name="connsiteX2" fmla="*/ 3315434 w 6172934"/>
              <a:gd name="connsiteY2" fmla="*/ 1318846 h 6854338"/>
              <a:gd name="connsiteX3" fmla="*/ 4552218 w 6172934"/>
              <a:gd name="connsiteY3" fmla="*/ 1318846 h 6854338"/>
              <a:gd name="connsiteX4" fmla="*/ 5872530 w 6172934"/>
              <a:gd name="connsiteY4" fmla="*/ 0 h 6854338"/>
              <a:gd name="connsiteX5" fmla="*/ 6172934 w 6172934"/>
              <a:gd name="connsiteY5" fmla="*/ 0 h 6854338"/>
              <a:gd name="connsiteX6" fmla="*/ 6172934 w 6172934"/>
              <a:gd name="connsiteY6" fmla="*/ 6854338 h 6854338"/>
              <a:gd name="connsiteX7" fmla="*/ 5784606 w 6172934"/>
              <a:gd name="connsiteY7" fmla="*/ 6854338 h 6854338"/>
              <a:gd name="connsiteX8" fmla="*/ 4552950 w 6172934"/>
              <a:gd name="connsiteY8" fmla="*/ 5622682 h 6854338"/>
              <a:gd name="connsiteX9" fmla="*/ 3316166 w 6172934"/>
              <a:gd name="connsiteY9" fmla="*/ 5622682 h 6854338"/>
              <a:gd name="connsiteX10" fmla="*/ 2084510 w 6172934"/>
              <a:gd name="connsiteY10" fmla="*/ 6854338 h 6854338"/>
              <a:gd name="connsiteX11" fmla="*/ 0 w 6172934"/>
              <a:gd name="connsiteY11" fmla="*/ 6854338 h 6854338"/>
              <a:gd name="connsiteX12" fmla="*/ 2342418 w 6172934"/>
              <a:gd name="connsiteY12" fmla="*/ 4512654 h 6854338"/>
              <a:gd name="connsiteX13" fmla="*/ 2342418 w 6172934"/>
              <a:gd name="connsiteY13" fmla="*/ 2342418 h 6854338"/>
              <a:gd name="connsiteX14" fmla="*/ 0 w 6172934"/>
              <a:gd name="connsiteY14" fmla="*/ 0 h 685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172934" h="6854338">
                <a:moveTo>
                  <a:pt x="0" y="0"/>
                </a:moveTo>
                <a:lnTo>
                  <a:pt x="1996587" y="0"/>
                </a:lnTo>
                <a:lnTo>
                  <a:pt x="3315434" y="1318846"/>
                </a:lnTo>
                <a:cubicBezTo>
                  <a:pt x="3656868" y="1660281"/>
                  <a:pt x="4210784" y="1660281"/>
                  <a:pt x="4552218" y="1318846"/>
                </a:cubicBezTo>
                <a:lnTo>
                  <a:pt x="5872530" y="0"/>
                </a:lnTo>
                <a:lnTo>
                  <a:pt x="6172934" y="0"/>
                </a:lnTo>
                <a:lnTo>
                  <a:pt x="6172934" y="6854338"/>
                </a:lnTo>
                <a:lnTo>
                  <a:pt x="5784606" y="6854338"/>
                </a:lnTo>
                <a:lnTo>
                  <a:pt x="4552950" y="5622682"/>
                </a:lnTo>
                <a:cubicBezTo>
                  <a:pt x="4211516" y="5281248"/>
                  <a:pt x="3657600" y="5281248"/>
                  <a:pt x="3316166" y="5622682"/>
                </a:cubicBezTo>
                <a:lnTo>
                  <a:pt x="2084510" y="6854338"/>
                </a:lnTo>
                <a:lnTo>
                  <a:pt x="0" y="6854338"/>
                </a:lnTo>
                <a:lnTo>
                  <a:pt x="2342418" y="4512654"/>
                </a:lnTo>
                <a:cubicBezTo>
                  <a:pt x="2941760" y="3913311"/>
                  <a:pt x="2941760" y="2941761"/>
                  <a:pt x="2342418" y="2342418"/>
                </a:cubicBez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FADEFD07-DD29-C8D2-E699-990477B4A49D}"/>
              </a:ext>
            </a:extLst>
          </p:cNvPr>
          <p:cNvSpPr/>
          <p:nvPr/>
        </p:nvSpPr>
        <p:spPr>
          <a:xfrm rot="18965586">
            <a:off x="4947188" y="-1571528"/>
            <a:ext cx="5059955" cy="5006360"/>
          </a:xfrm>
          <a:custGeom>
            <a:avLst/>
            <a:gdLst>
              <a:gd name="connsiteX0" fmla="*/ 1272845 w 5059955"/>
              <a:gd name="connsiteY0" fmla="*/ 0 h 5006360"/>
              <a:gd name="connsiteX1" fmla="*/ 5059955 w 5059955"/>
              <a:gd name="connsiteY1" fmla="*/ 3645296 h 5006360"/>
              <a:gd name="connsiteX2" fmla="*/ 4959261 w 5059955"/>
              <a:gd name="connsiteY2" fmla="*/ 3811044 h 5006360"/>
              <a:gd name="connsiteX3" fmla="*/ 2711141 w 5059955"/>
              <a:gd name="connsiteY3" fmla="*/ 5006360 h 5006360"/>
              <a:gd name="connsiteX4" fmla="*/ 0 w 5059955"/>
              <a:gd name="connsiteY4" fmla="*/ 2295219 h 5006360"/>
              <a:gd name="connsiteX5" fmla="*/ 1195317 w 5059955"/>
              <a:gd name="connsiteY5" fmla="*/ 47099 h 5006360"/>
              <a:gd name="connsiteX6" fmla="*/ 1272845 w 5059955"/>
              <a:gd name="connsiteY6" fmla="*/ 0 h 500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59955" h="5006360">
                <a:moveTo>
                  <a:pt x="1272845" y="0"/>
                </a:moveTo>
                <a:lnTo>
                  <a:pt x="5059955" y="3645296"/>
                </a:lnTo>
                <a:lnTo>
                  <a:pt x="4959261" y="3811044"/>
                </a:lnTo>
                <a:cubicBezTo>
                  <a:pt x="4472050" y="4532212"/>
                  <a:pt x="3646966" y="5006360"/>
                  <a:pt x="2711141" y="5006360"/>
                </a:cubicBezTo>
                <a:cubicBezTo>
                  <a:pt x="1213819" y="5006360"/>
                  <a:pt x="1" y="3792541"/>
                  <a:pt x="0" y="2295219"/>
                </a:cubicBezTo>
                <a:cubicBezTo>
                  <a:pt x="0" y="1359393"/>
                  <a:pt x="474149" y="534310"/>
                  <a:pt x="1195317" y="47099"/>
                </a:cubicBezTo>
                <a:lnTo>
                  <a:pt x="1272845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D26A09E0-6502-10A8-D054-A6F710121E73}"/>
              </a:ext>
            </a:extLst>
          </p:cNvPr>
          <p:cNvSpPr/>
          <p:nvPr/>
        </p:nvSpPr>
        <p:spPr>
          <a:xfrm rot="3883329">
            <a:off x="9846156" y="5066770"/>
            <a:ext cx="2077003" cy="2367550"/>
          </a:xfrm>
          <a:custGeom>
            <a:avLst/>
            <a:gdLst>
              <a:gd name="connsiteX0" fmla="*/ 93094 w 2077003"/>
              <a:gd name="connsiteY0" fmla="*/ 723510 h 2367550"/>
              <a:gd name="connsiteX1" fmla="*/ 1184617 w 2077003"/>
              <a:gd name="connsiteY1" fmla="*/ 0 h 2367550"/>
              <a:gd name="connsiteX2" fmla="*/ 2022266 w 2077003"/>
              <a:gd name="connsiteY2" fmla="*/ 346966 h 2367550"/>
              <a:gd name="connsiteX3" fmla="*/ 2077003 w 2077003"/>
              <a:gd name="connsiteY3" fmla="*/ 407192 h 2367550"/>
              <a:gd name="connsiteX4" fmla="*/ 1151273 w 2077003"/>
              <a:gd name="connsiteY4" fmla="*/ 2367550 h 2367550"/>
              <a:gd name="connsiteX5" fmla="*/ 1063496 w 2077003"/>
              <a:gd name="connsiteY5" fmla="*/ 2363118 h 2367550"/>
              <a:gd name="connsiteX6" fmla="*/ 1 w 2077003"/>
              <a:gd name="connsiteY6" fmla="*/ 1184617 h 2367550"/>
              <a:gd name="connsiteX7" fmla="*/ 93094 w 2077003"/>
              <a:gd name="connsiteY7" fmla="*/ 723510 h 236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77003" h="2367550">
                <a:moveTo>
                  <a:pt x="93094" y="723510"/>
                </a:moveTo>
                <a:cubicBezTo>
                  <a:pt x="272928" y="298333"/>
                  <a:pt x="693933" y="0"/>
                  <a:pt x="1184617" y="0"/>
                </a:cubicBezTo>
                <a:cubicBezTo>
                  <a:pt x="1511739" y="0"/>
                  <a:pt x="1807892" y="132593"/>
                  <a:pt x="2022266" y="346966"/>
                </a:cubicBezTo>
                <a:lnTo>
                  <a:pt x="2077003" y="407192"/>
                </a:lnTo>
                <a:lnTo>
                  <a:pt x="1151273" y="2367550"/>
                </a:lnTo>
                <a:lnTo>
                  <a:pt x="1063496" y="2363118"/>
                </a:lnTo>
                <a:cubicBezTo>
                  <a:pt x="466147" y="2302455"/>
                  <a:pt x="0" y="1797973"/>
                  <a:pt x="1" y="1184617"/>
                </a:cubicBezTo>
                <a:cubicBezTo>
                  <a:pt x="1" y="1021056"/>
                  <a:pt x="33149" y="865236"/>
                  <a:pt x="93094" y="723510"/>
                </a:cubicBezTo>
                <a:close/>
              </a:path>
            </a:pathLst>
          </a:custGeom>
          <a:gradFill flip="none" rotWithShape="1">
            <a:gsLst>
              <a:gs pos="0">
                <a:srgbClr val="EF01C1">
                  <a:alpha val="31000"/>
                </a:srgbClr>
              </a:gs>
              <a:gs pos="77000">
                <a:srgbClr val="5C21A3">
                  <a:alpha val="3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5431FEDE-F1D2-1E38-3F16-60588EC4FF14}"/>
              </a:ext>
            </a:extLst>
          </p:cNvPr>
          <p:cNvSpPr/>
          <p:nvPr/>
        </p:nvSpPr>
        <p:spPr>
          <a:xfrm rot="18965586">
            <a:off x="8839071" y="-898455"/>
            <a:ext cx="2228242" cy="2186055"/>
          </a:xfrm>
          <a:custGeom>
            <a:avLst/>
            <a:gdLst>
              <a:gd name="connsiteX0" fmla="*/ 259140 w 2228242"/>
              <a:gd name="connsiteY0" fmla="*/ 0 h 2186055"/>
              <a:gd name="connsiteX1" fmla="*/ 2228242 w 2228242"/>
              <a:gd name="connsiteY1" fmla="*/ 1895366 h 2186055"/>
              <a:gd name="connsiteX2" fmla="*/ 2155219 w 2228242"/>
              <a:gd name="connsiteY2" fmla="*/ 1949973 h 2186055"/>
              <a:gd name="connsiteX3" fmla="*/ 1382340 w 2228242"/>
              <a:gd name="connsiteY3" fmla="*/ 2186055 h 2186055"/>
              <a:gd name="connsiteX4" fmla="*/ 0 w 2228242"/>
              <a:gd name="connsiteY4" fmla="*/ 803715 h 2186055"/>
              <a:gd name="connsiteX5" fmla="*/ 236082 w 2228242"/>
              <a:gd name="connsiteY5" fmla="*/ 30835 h 2186055"/>
              <a:gd name="connsiteX6" fmla="*/ 259140 w 2228242"/>
              <a:gd name="connsiteY6" fmla="*/ 0 h 2186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242" h="2186055">
                <a:moveTo>
                  <a:pt x="259140" y="0"/>
                </a:moveTo>
                <a:lnTo>
                  <a:pt x="2228242" y="1895366"/>
                </a:lnTo>
                <a:lnTo>
                  <a:pt x="2155219" y="1949973"/>
                </a:lnTo>
                <a:cubicBezTo>
                  <a:pt x="1934596" y="2099023"/>
                  <a:pt x="1668632" y="2186055"/>
                  <a:pt x="1382340" y="2186055"/>
                </a:cubicBezTo>
                <a:cubicBezTo>
                  <a:pt x="618895" y="2186056"/>
                  <a:pt x="0" y="1567160"/>
                  <a:pt x="0" y="803715"/>
                </a:cubicBezTo>
                <a:cubicBezTo>
                  <a:pt x="0" y="517423"/>
                  <a:pt x="87032" y="251459"/>
                  <a:pt x="236082" y="30835"/>
                </a:cubicBezTo>
                <a:lnTo>
                  <a:pt x="259140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C03888A0-96EC-F118-8D58-FC41CE136DA4}"/>
              </a:ext>
            </a:extLst>
          </p:cNvPr>
          <p:cNvSpPr/>
          <p:nvPr/>
        </p:nvSpPr>
        <p:spPr>
          <a:xfrm>
            <a:off x="7522499" y="1791041"/>
            <a:ext cx="4674710" cy="1821000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9873B0E0-5139-E0CF-312F-539C294B6FD2}"/>
              </a:ext>
            </a:extLst>
          </p:cNvPr>
          <p:cNvSpPr/>
          <p:nvPr/>
        </p:nvSpPr>
        <p:spPr>
          <a:xfrm>
            <a:off x="7674866" y="1922662"/>
            <a:ext cx="4516025" cy="1689739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84" name="Graphic 41">
            <a:extLst>
              <a:ext uri="{FF2B5EF4-FFF2-40B4-BE49-F238E27FC236}">
                <a16:creationId xmlns:a16="http://schemas.microsoft.com/office/drawing/2014/main" id="{E742E37A-40D1-6E89-20D9-C14486119628}"/>
              </a:ext>
            </a:extLst>
          </p:cNvPr>
          <p:cNvSpPr/>
          <p:nvPr/>
        </p:nvSpPr>
        <p:spPr>
          <a:xfrm rot="16200000">
            <a:off x="10758202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5" name="Graphic 41">
            <a:extLst>
              <a:ext uri="{FF2B5EF4-FFF2-40B4-BE49-F238E27FC236}">
                <a16:creationId xmlns:a16="http://schemas.microsoft.com/office/drawing/2014/main" id="{5AEE7F9F-7795-DDE4-0700-0C1C08A34B84}"/>
              </a:ext>
            </a:extLst>
          </p:cNvPr>
          <p:cNvSpPr/>
          <p:nvPr/>
        </p:nvSpPr>
        <p:spPr>
          <a:xfrm rot="16200000">
            <a:off x="11061109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6" name="Graphic 41">
            <a:extLst>
              <a:ext uri="{FF2B5EF4-FFF2-40B4-BE49-F238E27FC236}">
                <a16:creationId xmlns:a16="http://schemas.microsoft.com/office/drawing/2014/main" id="{7B91553A-ED47-8279-1091-4F71D62739DD}"/>
              </a:ext>
            </a:extLst>
          </p:cNvPr>
          <p:cNvSpPr/>
          <p:nvPr/>
        </p:nvSpPr>
        <p:spPr>
          <a:xfrm rot="16200000">
            <a:off x="11360250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7" name="Graphic 41">
            <a:extLst>
              <a:ext uri="{FF2B5EF4-FFF2-40B4-BE49-F238E27FC236}">
                <a16:creationId xmlns:a16="http://schemas.microsoft.com/office/drawing/2014/main" id="{398DACA8-38D4-2E49-84C2-73C018F1EFEB}"/>
              </a:ext>
            </a:extLst>
          </p:cNvPr>
          <p:cNvSpPr/>
          <p:nvPr/>
        </p:nvSpPr>
        <p:spPr>
          <a:xfrm rot="16200000">
            <a:off x="10758204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8" name="Graphic 41">
            <a:extLst>
              <a:ext uri="{FF2B5EF4-FFF2-40B4-BE49-F238E27FC236}">
                <a16:creationId xmlns:a16="http://schemas.microsoft.com/office/drawing/2014/main" id="{2E11ED41-5E5A-8898-96F7-CCFFD03E2AD2}"/>
              </a:ext>
            </a:extLst>
          </p:cNvPr>
          <p:cNvSpPr/>
          <p:nvPr/>
        </p:nvSpPr>
        <p:spPr>
          <a:xfrm rot="16200000">
            <a:off x="1106111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9" name="Graphic 41">
            <a:extLst>
              <a:ext uri="{FF2B5EF4-FFF2-40B4-BE49-F238E27FC236}">
                <a16:creationId xmlns:a16="http://schemas.microsoft.com/office/drawing/2014/main" id="{A8656F82-0E51-B085-6E2D-E42E3396E433}"/>
              </a:ext>
            </a:extLst>
          </p:cNvPr>
          <p:cNvSpPr/>
          <p:nvPr/>
        </p:nvSpPr>
        <p:spPr>
          <a:xfrm rot="16200000">
            <a:off x="1136025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0" name="Graphic 41">
            <a:extLst>
              <a:ext uri="{FF2B5EF4-FFF2-40B4-BE49-F238E27FC236}">
                <a16:creationId xmlns:a16="http://schemas.microsoft.com/office/drawing/2014/main" id="{47C2E8D4-0404-D1E5-7848-BCEF009EC63B}"/>
              </a:ext>
            </a:extLst>
          </p:cNvPr>
          <p:cNvSpPr/>
          <p:nvPr/>
        </p:nvSpPr>
        <p:spPr>
          <a:xfrm rot="16200000">
            <a:off x="10758205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1" name="Graphic 41">
            <a:extLst>
              <a:ext uri="{FF2B5EF4-FFF2-40B4-BE49-F238E27FC236}">
                <a16:creationId xmlns:a16="http://schemas.microsoft.com/office/drawing/2014/main" id="{F16B7B95-61B4-11A4-06B1-D272FC7CC553}"/>
              </a:ext>
            </a:extLst>
          </p:cNvPr>
          <p:cNvSpPr/>
          <p:nvPr/>
        </p:nvSpPr>
        <p:spPr>
          <a:xfrm rot="16200000">
            <a:off x="1106111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2" name="Graphic 41">
            <a:extLst>
              <a:ext uri="{FF2B5EF4-FFF2-40B4-BE49-F238E27FC236}">
                <a16:creationId xmlns:a16="http://schemas.microsoft.com/office/drawing/2014/main" id="{F1CFA640-A18D-27BD-9A70-A3025671AA2D}"/>
              </a:ext>
            </a:extLst>
          </p:cNvPr>
          <p:cNvSpPr/>
          <p:nvPr/>
        </p:nvSpPr>
        <p:spPr>
          <a:xfrm rot="16200000">
            <a:off x="1136025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234E48-EAF8-CBB5-E3F5-E9CA1A360149}"/>
              </a:ext>
            </a:extLst>
          </p:cNvPr>
          <p:cNvSpPr txBox="1"/>
          <p:nvPr/>
        </p:nvSpPr>
        <p:spPr>
          <a:xfrm>
            <a:off x="7686125" y="1927211"/>
            <a:ext cx="4224201" cy="175432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_tradnl" sz="3600" b="1" dirty="0">
                <a:solidFill>
                  <a:schemeClr val="bg1"/>
                </a:solidFill>
                <a:latin typeface="Segoe UI"/>
                <a:cs typeface="Segoe UI"/>
              </a:rPr>
              <a:t>Medidas correctivas (acceso remoto </a:t>
            </a:r>
            <a:r>
              <a:rPr lang="es-ES_tradnl" sz="3600" b="1" dirty="0" err="1">
                <a:solidFill>
                  <a:schemeClr val="bg1"/>
                </a:solidFill>
                <a:latin typeface="Segoe UI"/>
                <a:cs typeface="Segoe UI"/>
              </a:rPr>
              <a:t>root</a:t>
            </a:r>
            <a:r>
              <a:rPr lang="es-ES_tradnl" sz="3600" b="1" dirty="0">
                <a:solidFill>
                  <a:schemeClr val="bg1"/>
                </a:solidFill>
                <a:latin typeface="Segoe UI"/>
                <a:cs typeface="Segoe UI"/>
              </a:rPr>
              <a:t> SSH)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6ECB5B1B-16F5-08E8-B33D-105A73AD4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52" y="928808"/>
            <a:ext cx="4243207" cy="225827"/>
          </a:xfrm>
          <a:prstGeom prst="rect">
            <a:avLst/>
          </a:prstGeom>
        </p:spPr>
      </p:pic>
      <p:pic>
        <p:nvPicPr>
          <p:cNvPr id="15" name="Imagen 14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A3E4B8A-AC7A-D5A8-8624-872EED00A8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39" y="1601043"/>
            <a:ext cx="3294567" cy="2228368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AFF74550-D8CE-95A4-616C-8692E6EC3F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15" y="4313799"/>
            <a:ext cx="4376919" cy="198096"/>
          </a:xfrm>
          <a:prstGeom prst="rect">
            <a:avLst/>
          </a:prstGeom>
        </p:spPr>
      </p:pic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E160CB6F-BCEB-C0AC-D62A-735C9EA81B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457" y="68234"/>
            <a:ext cx="801718" cy="68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672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0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874858-AFE0-C894-72C6-E3D12A07F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62" descr="A blue circular background with a lock and circles&#10;&#10;AI-generated content may be incorrect.">
            <a:extLst>
              <a:ext uri="{FF2B5EF4-FFF2-40B4-BE49-F238E27FC236}">
                <a16:creationId xmlns:a16="http://schemas.microsoft.com/office/drawing/2014/main" id="{73023DF5-44CF-DD0A-C603-5F8782BD04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43" t="5338" r="32802" b="6634"/>
          <a:stretch>
            <a:fillRect/>
          </a:stretch>
        </p:blipFill>
        <p:spPr>
          <a:xfrm>
            <a:off x="6019066" y="1831"/>
            <a:ext cx="6172934" cy="6854338"/>
          </a:xfrm>
          <a:custGeom>
            <a:avLst/>
            <a:gdLst>
              <a:gd name="connsiteX0" fmla="*/ 0 w 6172934"/>
              <a:gd name="connsiteY0" fmla="*/ 0 h 6854338"/>
              <a:gd name="connsiteX1" fmla="*/ 1996587 w 6172934"/>
              <a:gd name="connsiteY1" fmla="*/ 0 h 6854338"/>
              <a:gd name="connsiteX2" fmla="*/ 3315434 w 6172934"/>
              <a:gd name="connsiteY2" fmla="*/ 1318846 h 6854338"/>
              <a:gd name="connsiteX3" fmla="*/ 4552218 w 6172934"/>
              <a:gd name="connsiteY3" fmla="*/ 1318846 h 6854338"/>
              <a:gd name="connsiteX4" fmla="*/ 5872530 w 6172934"/>
              <a:gd name="connsiteY4" fmla="*/ 0 h 6854338"/>
              <a:gd name="connsiteX5" fmla="*/ 6172934 w 6172934"/>
              <a:gd name="connsiteY5" fmla="*/ 0 h 6854338"/>
              <a:gd name="connsiteX6" fmla="*/ 6172934 w 6172934"/>
              <a:gd name="connsiteY6" fmla="*/ 6854338 h 6854338"/>
              <a:gd name="connsiteX7" fmla="*/ 5784606 w 6172934"/>
              <a:gd name="connsiteY7" fmla="*/ 6854338 h 6854338"/>
              <a:gd name="connsiteX8" fmla="*/ 4552950 w 6172934"/>
              <a:gd name="connsiteY8" fmla="*/ 5622682 h 6854338"/>
              <a:gd name="connsiteX9" fmla="*/ 3316166 w 6172934"/>
              <a:gd name="connsiteY9" fmla="*/ 5622682 h 6854338"/>
              <a:gd name="connsiteX10" fmla="*/ 2084510 w 6172934"/>
              <a:gd name="connsiteY10" fmla="*/ 6854338 h 6854338"/>
              <a:gd name="connsiteX11" fmla="*/ 0 w 6172934"/>
              <a:gd name="connsiteY11" fmla="*/ 6854338 h 6854338"/>
              <a:gd name="connsiteX12" fmla="*/ 2342418 w 6172934"/>
              <a:gd name="connsiteY12" fmla="*/ 4512654 h 6854338"/>
              <a:gd name="connsiteX13" fmla="*/ 2342418 w 6172934"/>
              <a:gd name="connsiteY13" fmla="*/ 2342418 h 6854338"/>
              <a:gd name="connsiteX14" fmla="*/ 0 w 6172934"/>
              <a:gd name="connsiteY14" fmla="*/ 0 h 685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172934" h="6854338">
                <a:moveTo>
                  <a:pt x="0" y="0"/>
                </a:moveTo>
                <a:lnTo>
                  <a:pt x="1996587" y="0"/>
                </a:lnTo>
                <a:lnTo>
                  <a:pt x="3315434" y="1318846"/>
                </a:lnTo>
                <a:cubicBezTo>
                  <a:pt x="3656868" y="1660281"/>
                  <a:pt x="4210784" y="1660281"/>
                  <a:pt x="4552218" y="1318846"/>
                </a:cubicBezTo>
                <a:lnTo>
                  <a:pt x="5872530" y="0"/>
                </a:lnTo>
                <a:lnTo>
                  <a:pt x="6172934" y="0"/>
                </a:lnTo>
                <a:lnTo>
                  <a:pt x="6172934" y="6854338"/>
                </a:lnTo>
                <a:lnTo>
                  <a:pt x="5784606" y="6854338"/>
                </a:lnTo>
                <a:lnTo>
                  <a:pt x="4552950" y="5622682"/>
                </a:lnTo>
                <a:cubicBezTo>
                  <a:pt x="4211516" y="5281248"/>
                  <a:pt x="3657600" y="5281248"/>
                  <a:pt x="3316166" y="5622682"/>
                </a:cubicBezTo>
                <a:lnTo>
                  <a:pt x="2084510" y="6854338"/>
                </a:lnTo>
                <a:lnTo>
                  <a:pt x="0" y="6854338"/>
                </a:lnTo>
                <a:lnTo>
                  <a:pt x="2342418" y="4512654"/>
                </a:lnTo>
                <a:cubicBezTo>
                  <a:pt x="2941760" y="3913311"/>
                  <a:pt x="2941760" y="2941761"/>
                  <a:pt x="2342418" y="2342418"/>
                </a:cubicBez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2C9F0771-6580-F27F-39A0-AFD3A3D410BC}"/>
              </a:ext>
            </a:extLst>
          </p:cNvPr>
          <p:cNvSpPr/>
          <p:nvPr/>
        </p:nvSpPr>
        <p:spPr>
          <a:xfrm rot="18965586">
            <a:off x="4947188" y="-1571528"/>
            <a:ext cx="5059955" cy="5006360"/>
          </a:xfrm>
          <a:custGeom>
            <a:avLst/>
            <a:gdLst>
              <a:gd name="connsiteX0" fmla="*/ 1272845 w 5059955"/>
              <a:gd name="connsiteY0" fmla="*/ 0 h 5006360"/>
              <a:gd name="connsiteX1" fmla="*/ 5059955 w 5059955"/>
              <a:gd name="connsiteY1" fmla="*/ 3645296 h 5006360"/>
              <a:gd name="connsiteX2" fmla="*/ 4959261 w 5059955"/>
              <a:gd name="connsiteY2" fmla="*/ 3811044 h 5006360"/>
              <a:gd name="connsiteX3" fmla="*/ 2711141 w 5059955"/>
              <a:gd name="connsiteY3" fmla="*/ 5006360 h 5006360"/>
              <a:gd name="connsiteX4" fmla="*/ 0 w 5059955"/>
              <a:gd name="connsiteY4" fmla="*/ 2295219 h 5006360"/>
              <a:gd name="connsiteX5" fmla="*/ 1195317 w 5059955"/>
              <a:gd name="connsiteY5" fmla="*/ 47099 h 5006360"/>
              <a:gd name="connsiteX6" fmla="*/ 1272845 w 5059955"/>
              <a:gd name="connsiteY6" fmla="*/ 0 h 5006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59955" h="5006360">
                <a:moveTo>
                  <a:pt x="1272845" y="0"/>
                </a:moveTo>
                <a:lnTo>
                  <a:pt x="5059955" y="3645296"/>
                </a:lnTo>
                <a:lnTo>
                  <a:pt x="4959261" y="3811044"/>
                </a:lnTo>
                <a:cubicBezTo>
                  <a:pt x="4472050" y="4532212"/>
                  <a:pt x="3646966" y="5006360"/>
                  <a:pt x="2711141" y="5006360"/>
                </a:cubicBezTo>
                <a:cubicBezTo>
                  <a:pt x="1213819" y="5006360"/>
                  <a:pt x="1" y="3792541"/>
                  <a:pt x="0" y="2295219"/>
                </a:cubicBezTo>
                <a:cubicBezTo>
                  <a:pt x="0" y="1359393"/>
                  <a:pt x="474149" y="534310"/>
                  <a:pt x="1195317" y="47099"/>
                </a:cubicBezTo>
                <a:lnTo>
                  <a:pt x="1272845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0F92C2BF-2B06-8D36-3644-5F916F0E2AB9}"/>
              </a:ext>
            </a:extLst>
          </p:cNvPr>
          <p:cNvSpPr/>
          <p:nvPr/>
        </p:nvSpPr>
        <p:spPr>
          <a:xfrm rot="3883329">
            <a:off x="9846156" y="5066770"/>
            <a:ext cx="2077003" cy="2367550"/>
          </a:xfrm>
          <a:custGeom>
            <a:avLst/>
            <a:gdLst>
              <a:gd name="connsiteX0" fmla="*/ 93094 w 2077003"/>
              <a:gd name="connsiteY0" fmla="*/ 723510 h 2367550"/>
              <a:gd name="connsiteX1" fmla="*/ 1184617 w 2077003"/>
              <a:gd name="connsiteY1" fmla="*/ 0 h 2367550"/>
              <a:gd name="connsiteX2" fmla="*/ 2022266 w 2077003"/>
              <a:gd name="connsiteY2" fmla="*/ 346966 h 2367550"/>
              <a:gd name="connsiteX3" fmla="*/ 2077003 w 2077003"/>
              <a:gd name="connsiteY3" fmla="*/ 407192 h 2367550"/>
              <a:gd name="connsiteX4" fmla="*/ 1151273 w 2077003"/>
              <a:gd name="connsiteY4" fmla="*/ 2367550 h 2367550"/>
              <a:gd name="connsiteX5" fmla="*/ 1063496 w 2077003"/>
              <a:gd name="connsiteY5" fmla="*/ 2363118 h 2367550"/>
              <a:gd name="connsiteX6" fmla="*/ 1 w 2077003"/>
              <a:gd name="connsiteY6" fmla="*/ 1184617 h 2367550"/>
              <a:gd name="connsiteX7" fmla="*/ 93094 w 2077003"/>
              <a:gd name="connsiteY7" fmla="*/ 723510 h 2367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77003" h="2367550">
                <a:moveTo>
                  <a:pt x="93094" y="723510"/>
                </a:moveTo>
                <a:cubicBezTo>
                  <a:pt x="272928" y="298333"/>
                  <a:pt x="693933" y="0"/>
                  <a:pt x="1184617" y="0"/>
                </a:cubicBezTo>
                <a:cubicBezTo>
                  <a:pt x="1511739" y="0"/>
                  <a:pt x="1807892" y="132593"/>
                  <a:pt x="2022266" y="346966"/>
                </a:cubicBezTo>
                <a:lnTo>
                  <a:pt x="2077003" y="407192"/>
                </a:lnTo>
                <a:lnTo>
                  <a:pt x="1151273" y="2367550"/>
                </a:lnTo>
                <a:lnTo>
                  <a:pt x="1063496" y="2363118"/>
                </a:lnTo>
                <a:cubicBezTo>
                  <a:pt x="466147" y="2302455"/>
                  <a:pt x="0" y="1797973"/>
                  <a:pt x="1" y="1184617"/>
                </a:cubicBezTo>
                <a:cubicBezTo>
                  <a:pt x="1" y="1021056"/>
                  <a:pt x="33149" y="865236"/>
                  <a:pt x="93094" y="723510"/>
                </a:cubicBezTo>
                <a:close/>
              </a:path>
            </a:pathLst>
          </a:custGeom>
          <a:gradFill flip="none" rotWithShape="1">
            <a:gsLst>
              <a:gs pos="0">
                <a:srgbClr val="EF01C1">
                  <a:alpha val="31000"/>
                </a:srgbClr>
              </a:gs>
              <a:gs pos="77000">
                <a:srgbClr val="5C21A3">
                  <a:alpha val="30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86EB1DB3-D97F-37C8-E7A3-C017786A71ED}"/>
              </a:ext>
            </a:extLst>
          </p:cNvPr>
          <p:cNvSpPr/>
          <p:nvPr/>
        </p:nvSpPr>
        <p:spPr>
          <a:xfrm rot="18965586">
            <a:off x="8839071" y="-898455"/>
            <a:ext cx="2228242" cy="2186055"/>
          </a:xfrm>
          <a:custGeom>
            <a:avLst/>
            <a:gdLst>
              <a:gd name="connsiteX0" fmla="*/ 259140 w 2228242"/>
              <a:gd name="connsiteY0" fmla="*/ 0 h 2186055"/>
              <a:gd name="connsiteX1" fmla="*/ 2228242 w 2228242"/>
              <a:gd name="connsiteY1" fmla="*/ 1895366 h 2186055"/>
              <a:gd name="connsiteX2" fmla="*/ 2155219 w 2228242"/>
              <a:gd name="connsiteY2" fmla="*/ 1949973 h 2186055"/>
              <a:gd name="connsiteX3" fmla="*/ 1382340 w 2228242"/>
              <a:gd name="connsiteY3" fmla="*/ 2186055 h 2186055"/>
              <a:gd name="connsiteX4" fmla="*/ 0 w 2228242"/>
              <a:gd name="connsiteY4" fmla="*/ 803715 h 2186055"/>
              <a:gd name="connsiteX5" fmla="*/ 236082 w 2228242"/>
              <a:gd name="connsiteY5" fmla="*/ 30835 h 2186055"/>
              <a:gd name="connsiteX6" fmla="*/ 259140 w 2228242"/>
              <a:gd name="connsiteY6" fmla="*/ 0 h 21860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242" h="2186055">
                <a:moveTo>
                  <a:pt x="259140" y="0"/>
                </a:moveTo>
                <a:lnTo>
                  <a:pt x="2228242" y="1895366"/>
                </a:lnTo>
                <a:lnTo>
                  <a:pt x="2155219" y="1949973"/>
                </a:lnTo>
                <a:cubicBezTo>
                  <a:pt x="1934596" y="2099023"/>
                  <a:pt x="1668632" y="2186055"/>
                  <a:pt x="1382340" y="2186055"/>
                </a:cubicBezTo>
                <a:cubicBezTo>
                  <a:pt x="618895" y="2186056"/>
                  <a:pt x="0" y="1567160"/>
                  <a:pt x="0" y="803715"/>
                </a:cubicBezTo>
                <a:cubicBezTo>
                  <a:pt x="0" y="517423"/>
                  <a:pt x="87032" y="251459"/>
                  <a:pt x="236082" y="30835"/>
                </a:cubicBezTo>
                <a:lnTo>
                  <a:pt x="259140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25000"/>
                </a:srgbClr>
              </a:gs>
              <a:gs pos="100000">
                <a:srgbClr val="34135D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1D710B14-9D98-1503-699D-3C9C90F8158B}"/>
              </a:ext>
            </a:extLst>
          </p:cNvPr>
          <p:cNvSpPr/>
          <p:nvPr/>
        </p:nvSpPr>
        <p:spPr>
          <a:xfrm>
            <a:off x="7329587" y="2176863"/>
            <a:ext cx="4279242" cy="1821000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9BD0CBE4-57DB-9258-B220-B0F021AA2F06}"/>
              </a:ext>
            </a:extLst>
          </p:cNvPr>
          <p:cNvSpPr/>
          <p:nvPr/>
        </p:nvSpPr>
        <p:spPr>
          <a:xfrm>
            <a:off x="7481954" y="2308484"/>
            <a:ext cx="4130203" cy="1689739"/>
          </a:xfrm>
          <a:prstGeom prst="roundRect">
            <a:avLst>
              <a:gd name="adj" fmla="val 9470"/>
            </a:avLst>
          </a:prstGeom>
          <a:gradFill>
            <a:gsLst>
              <a:gs pos="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84" name="Graphic 41">
            <a:extLst>
              <a:ext uri="{FF2B5EF4-FFF2-40B4-BE49-F238E27FC236}">
                <a16:creationId xmlns:a16="http://schemas.microsoft.com/office/drawing/2014/main" id="{73E30CE5-18E8-934E-6582-904456AE7C47}"/>
              </a:ext>
            </a:extLst>
          </p:cNvPr>
          <p:cNvSpPr/>
          <p:nvPr/>
        </p:nvSpPr>
        <p:spPr>
          <a:xfrm rot="16200000">
            <a:off x="10758202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5" name="Graphic 41">
            <a:extLst>
              <a:ext uri="{FF2B5EF4-FFF2-40B4-BE49-F238E27FC236}">
                <a16:creationId xmlns:a16="http://schemas.microsoft.com/office/drawing/2014/main" id="{AA926CBA-6E06-A16B-EE02-571574D50F14}"/>
              </a:ext>
            </a:extLst>
          </p:cNvPr>
          <p:cNvSpPr/>
          <p:nvPr/>
        </p:nvSpPr>
        <p:spPr>
          <a:xfrm rot="16200000">
            <a:off x="11061109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6" name="Graphic 41">
            <a:extLst>
              <a:ext uri="{FF2B5EF4-FFF2-40B4-BE49-F238E27FC236}">
                <a16:creationId xmlns:a16="http://schemas.microsoft.com/office/drawing/2014/main" id="{AB33535A-0BE5-7E95-4E69-D2221F4C2B0E}"/>
              </a:ext>
            </a:extLst>
          </p:cNvPr>
          <p:cNvSpPr/>
          <p:nvPr/>
        </p:nvSpPr>
        <p:spPr>
          <a:xfrm rot="16200000">
            <a:off x="11360250" y="4309435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7" name="Graphic 41">
            <a:extLst>
              <a:ext uri="{FF2B5EF4-FFF2-40B4-BE49-F238E27FC236}">
                <a16:creationId xmlns:a16="http://schemas.microsoft.com/office/drawing/2014/main" id="{3AD1B13D-2E32-3196-9CFA-00810602182F}"/>
              </a:ext>
            </a:extLst>
          </p:cNvPr>
          <p:cNvSpPr/>
          <p:nvPr/>
        </p:nvSpPr>
        <p:spPr>
          <a:xfrm rot="16200000">
            <a:off x="10758204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8" name="Graphic 41">
            <a:extLst>
              <a:ext uri="{FF2B5EF4-FFF2-40B4-BE49-F238E27FC236}">
                <a16:creationId xmlns:a16="http://schemas.microsoft.com/office/drawing/2014/main" id="{FCC1818E-7DBA-CE8C-23AA-79B10BB4DF29}"/>
              </a:ext>
            </a:extLst>
          </p:cNvPr>
          <p:cNvSpPr/>
          <p:nvPr/>
        </p:nvSpPr>
        <p:spPr>
          <a:xfrm rot="16200000">
            <a:off x="1106111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89" name="Graphic 41">
            <a:extLst>
              <a:ext uri="{FF2B5EF4-FFF2-40B4-BE49-F238E27FC236}">
                <a16:creationId xmlns:a16="http://schemas.microsoft.com/office/drawing/2014/main" id="{E3D9307E-5986-8E3C-12B0-34C0E71F10E5}"/>
              </a:ext>
            </a:extLst>
          </p:cNvPr>
          <p:cNvSpPr/>
          <p:nvPr/>
        </p:nvSpPr>
        <p:spPr>
          <a:xfrm rot="16200000">
            <a:off x="11360251" y="3999072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0" name="Graphic 41">
            <a:extLst>
              <a:ext uri="{FF2B5EF4-FFF2-40B4-BE49-F238E27FC236}">
                <a16:creationId xmlns:a16="http://schemas.microsoft.com/office/drawing/2014/main" id="{94F39D66-A07A-2BA9-F704-969E2F739F75}"/>
              </a:ext>
            </a:extLst>
          </p:cNvPr>
          <p:cNvSpPr/>
          <p:nvPr/>
        </p:nvSpPr>
        <p:spPr>
          <a:xfrm rot="16200000">
            <a:off x="10758205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1" name="Graphic 41">
            <a:extLst>
              <a:ext uri="{FF2B5EF4-FFF2-40B4-BE49-F238E27FC236}">
                <a16:creationId xmlns:a16="http://schemas.microsoft.com/office/drawing/2014/main" id="{B16CD618-86E0-2565-788F-C2C74A66C189}"/>
              </a:ext>
            </a:extLst>
          </p:cNvPr>
          <p:cNvSpPr/>
          <p:nvPr/>
        </p:nvSpPr>
        <p:spPr>
          <a:xfrm rot="16200000">
            <a:off x="1106111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92" name="Graphic 41">
            <a:extLst>
              <a:ext uri="{FF2B5EF4-FFF2-40B4-BE49-F238E27FC236}">
                <a16:creationId xmlns:a16="http://schemas.microsoft.com/office/drawing/2014/main" id="{826F7F89-2ECA-5F21-AFAE-E647B56EA487}"/>
              </a:ext>
            </a:extLst>
          </p:cNvPr>
          <p:cNvSpPr/>
          <p:nvPr/>
        </p:nvSpPr>
        <p:spPr>
          <a:xfrm rot="16200000">
            <a:off x="11360253" y="3689906"/>
            <a:ext cx="142375" cy="133543"/>
          </a:xfrm>
          <a:custGeom>
            <a:avLst/>
            <a:gdLst>
              <a:gd name="connsiteX0" fmla="*/ 758666 w 1123950"/>
              <a:gd name="connsiteY0" fmla="*/ 563404 h 1123950"/>
              <a:gd name="connsiteX1" fmla="*/ 1092994 w 1123950"/>
              <a:gd name="connsiteY1" fmla="*/ 228124 h 1123950"/>
              <a:gd name="connsiteX2" fmla="*/ 1092994 w 1123950"/>
              <a:gd name="connsiteY2" fmla="*/ 103346 h 1123950"/>
              <a:gd name="connsiteX3" fmla="*/ 1022509 w 1123950"/>
              <a:gd name="connsiteY3" fmla="*/ 32861 h 1123950"/>
              <a:gd name="connsiteX4" fmla="*/ 897731 w 1123950"/>
              <a:gd name="connsiteY4" fmla="*/ 32861 h 1123950"/>
              <a:gd name="connsiteX5" fmla="*/ 563404 w 1123950"/>
              <a:gd name="connsiteY5" fmla="*/ 368141 h 1123950"/>
              <a:gd name="connsiteX6" fmla="*/ 228124 w 1123950"/>
              <a:gd name="connsiteY6" fmla="*/ 32861 h 1123950"/>
              <a:gd name="connsiteX7" fmla="*/ 103346 w 1123950"/>
              <a:gd name="connsiteY7" fmla="*/ 32861 h 1123950"/>
              <a:gd name="connsiteX8" fmla="*/ 32861 w 1123950"/>
              <a:gd name="connsiteY8" fmla="*/ 103346 h 1123950"/>
              <a:gd name="connsiteX9" fmla="*/ 32861 w 1123950"/>
              <a:gd name="connsiteY9" fmla="*/ 228124 h 1123950"/>
              <a:gd name="connsiteX10" fmla="*/ 368141 w 1123950"/>
              <a:gd name="connsiteY10" fmla="*/ 563404 h 1123950"/>
              <a:gd name="connsiteX11" fmla="*/ 32861 w 1123950"/>
              <a:gd name="connsiteY11" fmla="*/ 897731 h 1123950"/>
              <a:gd name="connsiteX12" fmla="*/ 32861 w 1123950"/>
              <a:gd name="connsiteY12" fmla="*/ 1022509 h 1123950"/>
              <a:gd name="connsiteX13" fmla="*/ 103346 w 1123950"/>
              <a:gd name="connsiteY13" fmla="*/ 1092994 h 1123950"/>
              <a:gd name="connsiteX14" fmla="*/ 228124 w 1123950"/>
              <a:gd name="connsiteY14" fmla="*/ 1092994 h 1123950"/>
              <a:gd name="connsiteX15" fmla="*/ 563404 w 1123950"/>
              <a:gd name="connsiteY15" fmla="*/ 757714 h 1123950"/>
              <a:gd name="connsiteX16" fmla="*/ 897731 w 1123950"/>
              <a:gd name="connsiteY16" fmla="*/ 1092994 h 1123950"/>
              <a:gd name="connsiteX17" fmla="*/ 1022509 w 1123950"/>
              <a:gd name="connsiteY17" fmla="*/ 1092994 h 1123950"/>
              <a:gd name="connsiteX18" fmla="*/ 1092994 w 1123950"/>
              <a:gd name="connsiteY18" fmla="*/ 1022509 h 1123950"/>
              <a:gd name="connsiteX19" fmla="*/ 1092994 w 1123950"/>
              <a:gd name="connsiteY19" fmla="*/ 897731 h 1123950"/>
              <a:gd name="connsiteX20" fmla="*/ 758666 w 1123950"/>
              <a:gd name="connsiteY20" fmla="*/ 563404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123950" h="1123950">
                <a:moveTo>
                  <a:pt x="758666" y="563404"/>
                </a:moveTo>
                <a:lnTo>
                  <a:pt x="1092994" y="228124"/>
                </a:lnTo>
                <a:cubicBezTo>
                  <a:pt x="1127284" y="193834"/>
                  <a:pt x="1127284" y="137636"/>
                  <a:pt x="1092994" y="103346"/>
                </a:cubicBezTo>
                <a:lnTo>
                  <a:pt x="1022509" y="32861"/>
                </a:lnTo>
                <a:cubicBezTo>
                  <a:pt x="988219" y="-1429"/>
                  <a:pt x="932021" y="-1429"/>
                  <a:pt x="897731" y="32861"/>
                </a:cubicBezTo>
                <a:lnTo>
                  <a:pt x="563404" y="368141"/>
                </a:lnTo>
                <a:lnTo>
                  <a:pt x="228124" y="32861"/>
                </a:lnTo>
                <a:cubicBezTo>
                  <a:pt x="193834" y="-1429"/>
                  <a:pt x="137636" y="-1429"/>
                  <a:pt x="103346" y="32861"/>
                </a:cubicBezTo>
                <a:lnTo>
                  <a:pt x="32861" y="103346"/>
                </a:lnTo>
                <a:cubicBezTo>
                  <a:pt x="-1429" y="137636"/>
                  <a:pt x="-1429" y="193834"/>
                  <a:pt x="32861" y="228124"/>
                </a:cubicBezTo>
                <a:lnTo>
                  <a:pt x="368141" y="563404"/>
                </a:lnTo>
                <a:lnTo>
                  <a:pt x="32861" y="897731"/>
                </a:lnTo>
                <a:cubicBezTo>
                  <a:pt x="-1429" y="932021"/>
                  <a:pt x="-1429" y="988219"/>
                  <a:pt x="32861" y="1022509"/>
                </a:cubicBezTo>
                <a:lnTo>
                  <a:pt x="103346" y="1092994"/>
                </a:lnTo>
                <a:cubicBezTo>
                  <a:pt x="137636" y="1127284"/>
                  <a:pt x="193834" y="1127284"/>
                  <a:pt x="228124" y="1092994"/>
                </a:cubicBezTo>
                <a:lnTo>
                  <a:pt x="563404" y="757714"/>
                </a:lnTo>
                <a:lnTo>
                  <a:pt x="897731" y="1092994"/>
                </a:lnTo>
                <a:cubicBezTo>
                  <a:pt x="932021" y="1127284"/>
                  <a:pt x="988219" y="1127284"/>
                  <a:pt x="1022509" y="1092994"/>
                </a:cubicBezTo>
                <a:lnTo>
                  <a:pt x="1092994" y="1022509"/>
                </a:lnTo>
                <a:cubicBezTo>
                  <a:pt x="1127284" y="988219"/>
                  <a:pt x="1127284" y="932021"/>
                  <a:pt x="1092994" y="897731"/>
                </a:cubicBezTo>
                <a:lnTo>
                  <a:pt x="758666" y="563404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ID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BE9BE0-5176-11DC-72CF-766F6AD2DC50}"/>
              </a:ext>
            </a:extLst>
          </p:cNvPr>
          <p:cNvSpPr txBox="1"/>
          <p:nvPr/>
        </p:nvSpPr>
        <p:spPr>
          <a:xfrm>
            <a:off x="7772934" y="2554172"/>
            <a:ext cx="3587594" cy="120032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s-ES_tradnl" sz="3600" b="1" dirty="0">
                <a:solidFill>
                  <a:schemeClr val="bg1"/>
                </a:solidFill>
                <a:latin typeface="Segoe UI"/>
                <a:cs typeface="Segoe UI"/>
              </a:rPr>
              <a:t> Creación reglas firewall</a:t>
            </a:r>
            <a:endParaRPr lang="es-ES" dirty="0">
              <a:solidFill>
                <a:schemeClr val="bg1"/>
              </a:solidFill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9714833-3E40-D6B3-9ACB-0BD1D78AE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46" y="1121598"/>
            <a:ext cx="5806392" cy="20677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EAD2E6C-CA74-55E5-4696-7BAEEB98EC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444" y="1487045"/>
            <a:ext cx="6838227" cy="208948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5081945A-4129-FACF-4DA7-14F324BA18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483" y="1863946"/>
            <a:ext cx="5547288" cy="20750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AE5A1E0-B975-B176-74CD-F628374F21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551" y="2254773"/>
            <a:ext cx="5204268" cy="21678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6B829B4-36A7-EB5D-255F-F4A3C453B7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9369" y="2654521"/>
            <a:ext cx="5204630" cy="208224"/>
          </a:xfrm>
          <a:prstGeom prst="rect">
            <a:avLst/>
          </a:prstGeom>
        </p:spPr>
      </p:pic>
      <p:pic>
        <p:nvPicPr>
          <p:cNvPr id="7" name="Imagen 6" descr="Imagen que contiene Calendario&#10;&#10;El contenido generado por IA puede ser incorrecto.">
            <a:extLst>
              <a:ext uri="{FF2B5EF4-FFF2-40B4-BE49-F238E27FC236}">
                <a16:creationId xmlns:a16="http://schemas.microsoft.com/office/drawing/2014/main" id="{AFE21234-AA78-8FF7-B199-919F3D4D045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684" y="2975175"/>
            <a:ext cx="6837745" cy="1968661"/>
          </a:xfrm>
          <a:prstGeom prst="rect">
            <a:avLst/>
          </a:prstGeom>
        </p:spPr>
      </p:pic>
      <p:pic>
        <p:nvPicPr>
          <p:cNvPr id="12" name="Imagen 11" descr="Texto&#10;&#10;El contenido generado por IA puede ser incorrecto.">
            <a:extLst>
              <a:ext uri="{FF2B5EF4-FFF2-40B4-BE49-F238E27FC236}">
                <a16:creationId xmlns:a16="http://schemas.microsoft.com/office/drawing/2014/main" id="{A8B88794-AEF6-C95A-1A11-45E648B33EA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457" y="68234"/>
            <a:ext cx="801718" cy="68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724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46000">
              <a:schemeClr val="accent2"/>
            </a:gs>
            <a:gs pos="100000">
              <a:schemeClr val="accent1">
                <a:lumMod val="75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A person holding a tablet&#10;&#10;AI-generated content may be incorrect.">
            <a:extLst>
              <a:ext uri="{FF2B5EF4-FFF2-40B4-BE49-F238E27FC236}">
                <a16:creationId xmlns:a16="http://schemas.microsoft.com/office/drawing/2014/main" id="{4DF51CC7-0FB3-06C6-53DE-B95B2C73A2C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53" r="44281"/>
          <a:stretch>
            <a:fillRect/>
          </a:stretch>
        </p:blipFill>
        <p:spPr>
          <a:xfrm>
            <a:off x="9383010" y="0"/>
            <a:ext cx="3373666" cy="6858000"/>
          </a:xfrm>
          <a:prstGeom prst="rect">
            <a:avLst/>
          </a:prstGeom>
        </p:spPr>
      </p:pic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20859A60-E739-2CC0-880B-6C849068540F}"/>
              </a:ext>
            </a:extLst>
          </p:cNvPr>
          <p:cNvSpPr/>
          <p:nvPr/>
        </p:nvSpPr>
        <p:spPr>
          <a:xfrm rot="3790855">
            <a:off x="-501944" y="4237933"/>
            <a:ext cx="3336110" cy="3082109"/>
          </a:xfrm>
          <a:custGeom>
            <a:avLst/>
            <a:gdLst>
              <a:gd name="connsiteX0" fmla="*/ 231239 w 3336110"/>
              <a:gd name="connsiteY0" fmla="*/ 1002675 h 3082109"/>
              <a:gd name="connsiteX1" fmla="*/ 1915912 w 3336110"/>
              <a:gd name="connsiteY1" fmla="*/ 0 h 3082109"/>
              <a:gd name="connsiteX2" fmla="*/ 3270666 w 3336110"/>
              <a:gd name="connsiteY2" fmla="*/ 561158 h 3082109"/>
              <a:gd name="connsiteX3" fmla="*/ 3336110 w 3336110"/>
              <a:gd name="connsiteY3" fmla="*/ 633165 h 3082109"/>
              <a:gd name="connsiteX4" fmla="*/ 2098036 w 3336110"/>
              <a:gd name="connsiteY4" fmla="*/ 3082109 h 3082109"/>
              <a:gd name="connsiteX5" fmla="*/ 5118 w 3336110"/>
              <a:gd name="connsiteY5" fmla="*/ 2024026 h 3082109"/>
              <a:gd name="connsiteX6" fmla="*/ 0 w 3336110"/>
              <a:gd name="connsiteY6" fmla="*/ 1915912 h 3082109"/>
              <a:gd name="connsiteX7" fmla="*/ 231239 w 3336110"/>
              <a:gd name="connsiteY7" fmla="*/ 1002675 h 3082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36110" h="3082109">
                <a:moveTo>
                  <a:pt x="231239" y="1002675"/>
                </a:moveTo>
                <a:cubicBezTo>
                  <a:pt x="555679" y="405436"/>
                  <a:pt x="1188448" y="0"/>
                  <a:pt x="1915912" y="0"/>
                </a:cubicBezTo>
                <a:cubicBezTo>
                  <a:pt x="2444976" y="0"/>
                  <a:pt x="2923955" y="214446"/>
                  <a:pt x="3270666" y="561158"/>
                </a:cubicBezTo>
                <a:lnTo>
                  <a:pt x="3336110" y="633165"/>
                </a:lnTo>
                <a:lnTo>
                  <a:pt x="2098036" y="3082109"/>
                </a:lnTo>
                <a:lnTo>
                  <a:pt x="5118" y="2024026"/>
                </a:lnTo>
                <a:lnTo>
                  <a:pt x="0" y="1915912"/>
                </a:lnTo>
                <a:cubicBezTo>
                  <a:pt x="0" y="1585246"/>
                  <a:pt x="83768" y="1274146"/>
                  <a:pt x="231239" y="1002675"/>
                </a:cubicBez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0"/>
                </a:srgbClr>
              </a:gs>
              <a:gs pos="100000">
                <a:srgbClr val="34135D">
                  <a:alpha val="48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90E97F98-B5E3-8123-47A0-141B6FA88CE6}"/>
              </a:ext>
            </a:extLst>
          </p:cNvPr>
          <p:cNvSpPr/>
          <p:nvPr/>
        </p:nvSpPr>
        <p:spPr>
          <a:xfrm rot="3790855">
            <a:off x="-419160" y="4414398"/>
            <a:ext cx="3071457" cy="2882802"/>
          </a:xfrm>
          <a:custGeom>
            <a:avLst/>
            <a:gdLst>
              <a:gd name="connsiteX0" fmla="*/ 209693 w 3071457"/>
              <a:gd name="connsiteY0" fmla="*/ 909245 h 2882802"/>
              <a:gd name="connsiteX1" fmla="*/ 1737388 w 3071457"/>
              <a:gd name="connsiteY1" fmla="*/ 0 h 2882802"/>
              <a:gd name="connsiteX2" fmla="*/ 2965907 w 3071457"/>
              <a:gd name="connsiteY2" fmla="*/ 508869 h 2882802"/>
              <a:gd name="connsiteX3" fmla="*/ 3071457 w 3071457"/>
              <a:gd name="connsiteY3" fmla="*/ 625004 h 2882802"/>
              <a:gd name="connsiteX4" fmla="*/ 1930017 w 3071457"/>
              <a:gd name="connsiteY4" fmla="*/ 2882802 h 2882802"/>
              <a:gd name="connsiteX5" fmla="*/ 8970 w 3071457"/>
              <a:gd name="connsiteY5" fmla="*/ 1911608 h 2882802"/>
              <a:gd name="connsiteX6" fmla="*/ 7892 w 3071457"/>
              <a:gd name="connsiteY6" fmla="*/ 1904065 h 2882802"/>
              <a:gd name="connsiteX7" fmla="*/ 0 w 3071457"/>
              <a:gd name="connsiteY7" fmla="*/ 1737388 h 2882802"/>
              <a:gd name="connsiteX8" fmla="*/ 209693 w 3071457"/>
              <a:gd name="connsiteY8" fmla="*/ 909245 h 28828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71457" h="2882802">
                <a:moveTo>
                  <a:pt x="209693" y="909245"/>
                </a:moveTo>
                <a:cubicBezTo>
                  <a:pt x="503900" y="367658"/>
                  <a:pt x="1077709" y="0"/>
                  <a:pt x="1737388" y="0"/>
                </a:cubicBezTo>
                <a:cubicBezTo>
                  <a:pt x="2217155" y="0"/>
                  <a:pt x="2651500" y="194464"/>
                  <a:pt x="2965907" y="508869"/>
                </a:cubicBezTo>
                <a:lnTo>
                  <a:pt x="3071457" y="625004"/>
                </a:lnTo>
                <a:lnTo>
                  <a:pt x="1930017" y="2882802"/>
                </a:lnTo>
                <a:lnTo>
                  <a:pt x="8970" y="1911608"/>
                </a:lnTo>
                <a:lnTo>
                  <a:pt x="7892" y="1904065"/>
                </a:lnTo>
                <a:cubicBezTo>
                  <a:pt x="2671" y="1849209"/>
                  <a:pt x="0" y="1793610"/>
                  <a:pt x="0" y="1737388"/>
                </a:cubicBezTo>
                <a:cubicBezTo>
                  <a:pt x="0" y="1437534"/>
                  <a:pt x="75962" y="1155422"/>
                  <a:pt x="209693" y="909245"/>
                </a:cubicBez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0"/>
                </a:srgbClr>
              </a:gs>
              <a:gs pos="100000">
                <a:srgbClr val="34135D">
                  <a:alpha val="48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 dirty="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6C307A45-5CD7-4739-A86E-2FD03080100F}"/>
              </a:ext>
            </a:extLst>
          </p:cNvPr>
          <p:cNvSpPr/>
          <p:nvPr/>
        </p:nvSpPr>
        <p:spPr>
          <a:xfrm rot="16583702">
            <a:off x="8405583" y="924197"/>
            <a:ext cx="3235745" cy="3235745"/>
          </a:xfrm>
          <a:prstGeom prst="ellipse">
            <a:avLst/>
          </a:prstGeom>
          <a:gradFill flip="none" rotWithShape="1">
            <a:gsLst>
              <a:gs pos="0">
                <a:srgbClr val="7B2ED4">
                  <a:alpha val="0"/>
                </a:srgbClr>
              </a:gs>
              <a:gs pos="100000">
                <a:srgbClr val="34135D">
                  <a:alpha val="48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3600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963733C-ECEB-AE7F-8B1E-396D53EF5222}"/>
              </a:ext>
            </a:extLst>
          </p:cNvPr>
          <p:cNvSpPr/>
          <p:nvPr/>
        </p:nvSpPr>
        <p:spPr>
          <a:xfrm rot="16200000">
            <a:off x="349834" y="-323461"/>
            <a:ext cx="1074546" cy="1721468"/>
          </a:xfrm>
          <a:custGeom>
            <a:avLst/>
            <a:gdLst>
              <a:gd name="connsiteX0" fmla="*/ 1074546 w 1074546"/>
              <a:gd name="connsiteY0" fmla="*/ 0 h 1721468"/>
              <a:gd name="connsiteX1" fmla="*/ 1074546 w 1074546"/>
              <a:gd name="connsiteY1" fmla="*/ 1721468 h 1721468"/>
              <a:gd name="connsiteX2" fmla="*/ 1036757 w 1074546"/>
              <a:gd name="connsiteY2" fmla="*/ 1715701 h 1721468"/>
              <a:gd name="connsiteX3" fmla="*/ 0 w 1074546"/>
              <a:gd name="connsiteY3" fmla="*/ 443644 h 1721468"/>
              <a:gd name="connsiteX4" fmla="*/ 58375 w 1074546"/>
              <a:gd name="connsiteY4" fmla="*/ 57529 h 1721468"/>
              <a:gd name="connsiteX5" fmla="*/ 79431 w 1074546"/>
              <a:gd name="connsiteY5" fmla="*/ 0 h 1721468"/>
              <a:gd name="connsiteX6" fmla="*/ 1074546 w 1074546"/>
              <a:gd name="connsiteY6" fmla="*/ 0 h 17214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4546" h="1721468">
                <a:moveTo>
                  <a:pt x="1074546" y="0"/>
                </a:moveTo>
                <a:lnTo>
                  <a:pt x="1074546" y="1721468"/>
                </a:lnTo>
                <a:lnTo>
                  <a:pt x="1036757" y="1715701"/>
                </a:lnTo>
                <a:cubicBezTo>
                  <a:pt x="445081" y="1594627"/>
                  <a:pt x="0" y="1071113"/>
                  <a:pt x="0" y="443644"/>
                </a:cubicBezTo>
                <a:cubicBezTo>
                  <a:pt x="0" y="309186"/>
                  <a:pt x="20437" y="179502"/>
                  <a:pt x="58375" y="57529"/>
                </a:cubicBezTo>
                <a:lnTo>
                  <a:pt x="79431" y="0"/>
                </a:lnTo>
                <a:lnTo>
                  <a:pt x="1074546" y="0"/>
                </a:lnTo>
                <a:close/>
              </a:path>
            </a:pathLst>
          </a:custGeom>
          <a:gradFill flip="none" rotWithShape="1">
            <a:gsLst>
              <a:gs pos="0">
                <a:srgbClr val="7B2ED4">
                  <a:alpha val="0"/>
                </a:srgbClr>
              </a:gs>
              <a:gs pos="100000">
                <a:srgbClr val="34135D">
                  <a:alpha val="4800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36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B0B053-A582-0704-589B-EAB954424B83}"/>
              </a:ext>
            </a:extLst>
          </p:cNvPr>
          <p:cNvSpPr txBox="1"/>
          <p:nvPr/>
        </p:nvSpPr>
        <p:spPr>
          <a:xfrm>
            <a:off x="1027453" y="1367296"/>
            <a:ext cx="6675571" cy="70788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IN" sz="4000" b="1" dirty="0">
                <a:solidFill>
                  <a:schemeClr val="bg1"/>
                </a:solidFill>
                <a:latin typeface="Segoe UI"/>
                <a:cs typeface="Segoe UI"/>
              </a:rPr>
              <a:t>Marco NIST</a:t>
            </a:r>
            <a:endParaRPr lang="en-IN" sz="40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Imagen 3" descr="Texto&#10;&#10;El contenido generado por IA puede ser incorrecto.">
            <a:extLst>
              <a:ext uri="{FF2B5EF4-FFF2-40B4-BE49-F238E27FC236}">
                <a16:creationId xmlns:a16="http://schemas.microsoft.com/office/drawing/2014/main" id="{1532C7E4-F59B-1BDA-0DFB-460EE9463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57" y="68234"/>
            <a:ext cx="801718" cy="684835"/>
          </a:xfrm>
          <a:prstGeom prst="rect">
            <a:avLst/>
          </a:prstGeom>
        </p:spPr>
      </p:pic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F849D747-7D91-63E9-3C4E-E44916CF5A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0572050"/>
              </p:ext>
            </p:extLst>
          </p:nvPr>
        </p:nvGraphicFramePr>
        <p:xfrm>
          <a:off x="2271623" y="2347823"/>
          <a:ext cx="5089584" cy="40170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555911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afety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5C21A3"/>
      </a:accent1>
      <a:accent2>
        <a:srgbClr val="7B2ED4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815</Words>
  <Application>Microsoft Office PowerPoint</Application>
  <PresentationFormat>Panorámica</PresentationFormat>
  <Paragraphs>91</Paragraphs>
  <Slides>12</Slides>
  <Notes>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3" baseType="lpstr"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Nithya Balu</dc:creator>
  <cp:lastModifiedBy>Nithya Balu</cp:lastModifiedBy>
  <cp:revision>342</cp:revision>
  <dcterms:created xsi:type="dcterms:W3CDTF">2025-07-17T05:34:08Z</dcterms:created>
  <dcterms:modified xsi:type="dcterms:W3CDTF">2026-02-04T01:47:42Z</dcterms:modified>
</cp:coreProperties>
</file>
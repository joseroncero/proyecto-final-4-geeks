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1" r:id="rId2"/>
    <p:sldId id="285" r:id="rId3"/>
    <p:sldId id="269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62239-A1CB-5A2F-4E59-422F646701E2}" v="1" dt="2026-02-03T03:21:31.207"/>
    <p1510:client id="{692CB718-9E1E-F23E-94BA-40EB4619F95B}" v="79" dt="2026-02-03T03:19:57.569"/>
    <p1510:client id="{C3F5E065-8322-F8CF-33D7-CCD09C3C9566}" v="1178" dt="2026-02-03T03:12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6" autoAdjust="0"/>
    <p:restoredTop sz="94660"/>
  </p:normalViewPr>
  <p:slideViewPr>
    <p:cSldViewPr snapToGrid="0">
      <p:cViewPr>
        <p:scale>
          <a:sx n="50" d="100"/>
          <a:sy n="50" d="100"/>
        </p:scale>
        <p:origin x="2190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06477-7E81-4D80-85C1-EEA345DD74A2}" type="doc">
      <dgm:prSet loTypeId="urn:microsoft.com/office/officeart/2005/8/layout/cycle5" loCatId="cycle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s-ES"/>
        </a:p>
      </dgm:t>
    </dgm:pt>
    <dgm:pt modelId="{7B8C94C2-E34C-4541-96E0-64133D09E1B4}">
      <dgm:prSet phldrT="[Texto]" phldr="0"/>
      <dgm:spPr/>
      <dgm:t>
        <a:bodyPr/>
        <a:lstStyle/>
        <a:p>
          <a:r>
            <a:rPr lang="es-ES" dirty="0">
              <a:latin typeface="Aptos Display" panose="02110004020202020204"/>
            </a:rPr>
            <a:t>Identificar</a:t>
          </a:r>
          <a:endParaRPr lang="es-ES" dirty="0"/>
        </a:p>
      </dgm:t>
    </dgm:pt>
    <dgm:pt modelId="{917BF4CC-52FE-4091-AA0E-EEA735FE4C77}" type="parTrans" cxnId="{20194B50-7420-4EA0-BB10-6859426D855D}">
      <dgm:prSet/>
      <dgm:spPr/>
      <dgm:t>
        <a:bodyPr/>
        <a:lstStyle/>
        <a:p>
          <a:endParaRPr lang="es-ES"/>
        </a:p>
      </dgm:t>
    </dgm:pt>
    <dgm:pt modelId="{7077525C-466F-48BA-8C6C-D2108097FAFB}" type="sibTrans" cxnId="{20194B50-7420-4EA0-BB10-6859426D855D}">
      <dgm:prSet/>
      <dgm:spPr/>
      <dgm:t>
        <a:bodyPr/>
        <a:lstStyle/>
        <a:p>
          <a:endParaRPr lang="es-ES"/>
        </a:p>
      </dgm:t>
    </dgm:pt>
    <dgm:pt modelId="{02BDB546-250B-4DE7-B940-A58F912728E4}">
      <dgm:prSet phldrT="[Texto]" phldr="0"/>
      <dgm:spPr/>
      <dgm:t>
        <a:bodyPr/>
        <a:lstStyle/>
        <a:p>
          <a:r>
            <a:rPr lang="es-ES" dirty="0">
              <a:latin typeface="Aptos Display" panose="02110004020202020204"/>
            </a:rPr>
            <a:t>Contener</a:t>
          </a:r>
          <a:endParaRPr lang="es-ES" dirty="0"/>
        </a:p>
      </dgm:t>
    </dgm:pt>
    <dgm:pt modelId="{425062C7-B493-4C6A-9FBB-3BF6AD9A2CEE}" type="parTrans" cxnId="{D45D3CBE-C381-46A0-9466-EC48EB70EF56}">
      <dgm:prSet/>
      <dgm:spPr/>
      <dgm:t>
        <a:bodyPr/>
        <a:lstStyle/>
        <a:p>
          <a:endParaRPr lang="es-ES"/>
        </a:p>
      </dgm:t>
    </dgm:pt>
    <dgm:pt modelId="{7F58394F-432B-45A5-8ADD-E782A799BE95}" type="sibTrans" cxnId="{D45D3CBE-C381-46A0-9466-EC48EB70EF56}">
      <dgm:prSet/>
      <dgm:spPr/>
      <dgm:t>
        <a:bodyPr/>
        <a:lstStyle/>
        <a:p>
          <a:endParaRPr lang="es-ES"/>
        </a:p>
      </dgm:t>
    </dgm:pt>
    <dgm:pt modelId="{899593BD-CDB0-4955-8DA8-9452DC2600A7}">
      <dgm:prSet phldrT="[Texto]" phldr="0"/>
      <dgm:spPr/>
      <dgm:t>
        <a:bodyPr/>
        <a:lstStyle/>
        <a:p>
          <a:r>
            <a:rPr lang="es-ES" dirty="0">
              <a:latin typeface="Aptos Display" panose="02110004020202020204"/>
            </a:rPr>
            <a:t>Erradicar</a:t>
          </a:r>
          <a:endParaRPr lang="es-ES" dirty="0"/>
        </a:p>
      </dgm:t>
    </dgm:pt>
    <dgm:pt modelId="{70964BC8-46A1-4EC9-9D7A-251E1E9D5180}" type="parTrans" cxnId="{EBE2FB74-5FDF-4244-B3B7-FB5D3C01DA4A}">
      <dgm:prSet/>
      <dgm:spPr/>
      <dgm:t>
        <a:bodyPr/>
        <a:lstStyle/>
        <a:p>
          <a:endParaRPr lang="es-ES"/>
        </a:p>
      </dgm:t>
    </dgm:pt>
    <dgm:pt modelId="{65C4347D-22BC-442D-9CAD-5F625220352F}" type="sibTrans" cxnId="{EBE2FB74-5FDF-4244-B3B7-FB5D3C01DA4A}">
      <dgm:prSet/>
      <dgm:spPr/>
      <dgm:t>
        <a:bodyPr/>
        <a:lstStyle/>
        <a:p>
          <a:endParaRPr lang="es-ES"/>
        </a:p>
      </dgm:t>
    </dgm:pt>
    <dgm:pt modelId="{EB8CE224-ED53-49CF-B1E0-85FF24C7D38F}">
      <dgm:prSet phldrT="[Texto]" phldr="0"/>
      <dgm:spPr/>
      <dgm:t>
        <a:bodyPr/>
        <a:lstStyle/>
        <a:p>
          <a:r>
            <a:rPr lang="es-ES" dirty="0">
              <a:latin typeface="Aptos Display" panose="02110004020202020204"/>
            </a:rPr>
            <a:t>Recuperar</a:t>
          </a:r>
          <a:endParaRPr lang="es-ES" dirty="0"/>
        </a:p>
      </dgm:t>
    </dgm:pt>
    <dgm:pt modelId="{FB405DBA-42A8-40C0-8755-650A4B708BC1}" type="parTrans" cxnId="{46911C63-C679-4474-A312-3EEFF1742D72}">
      <dgm:prSet/>
      <dgm:spPr/>
      <dgm:t>
        <a:bodyPr/>
        <a:lstStyle/>
        <a:p>
          <a:endParaRPr lang="es-ES"/>
        </a:p>
      </dgm:t>
    </dgm:pt>
    <dgm:pt modelId="{245726FD-E3D0-4C2A-AE35-B2F27174500F}" type="sibTrans" cxnId="{46911C63-C679-4474-A312-3EEFF1742D72}">
      <dgm:prSet/>
      <dgm:spPr/>
      <dgm:t>
        <a:bodyPr/>
        <a:lstStyle/>
        <a:p>
          <a:endParaRPr lang="es-ES"/>
        </a:p>
      </dgm:t>
    </dgm:pt>
    <dgm:pt modelId="{64908E52-9CC6-49C1-AFCF-5756092C0FF3}" type="pres">
      <dgm:prSet presAssocID="{5D906477-7E81-4D80-85C1-EEA345DD74A2}" presName="cycle" presStyleCnt="0">
        <dgm:presLayoutVars>
          <dgm:dir/>
          <dgm:resizeHandles val="exact"/>
        </dgm:presLayoutVars>
      </dgm:prSet>
      <dgm:spPr/>
    </dgm:pt>
    <dgm:pt modelId="{BF521C44-7F36-4158-B9B2-D08159208D07}" type="pres">
      <dgm:prSet presAssocID="{7B8C94C2-E34C-4541-96E0-64133D09E1B4}" presName="node" presStyleLbl="node1" presStyleIdx="0" presStyleCnt="4">
        <dgm:presLayoutVars>
          <dgm:bulletEnabled val="1"/>
        </dgm:presLayoutVars>
      </dgm:prSet>
      <dgm:spPr/>
    </dgm:pt>
    <dgm:pt modelId="{ACD00998-3FAA-47DD-B5BA-61E3CC7936EA}" type="pres">
      <dgm:prSet presAssocID="{7B8C94C2-E34C-4541-96E0-64133D09E1B4}" presName="spNode" presStyleCnt="0"/>
      <dgm:spPr/>
    </dgm:pt>
    <dgm:pt modelId="{66247BB4-BC51-4B5F-8C17-FC2EAA2DA609}" type="pres">
      <dgm:prSet presAssocID="{7077525C-466F-48BA-8C6C-D2108097FAFB}" presName="sibTrans" presStyleLbl="sibTrans1D1" presStyleIdx="0" presStyleCnt="4"/>
      <dgm:spPr/>
    </dgm:pt>
    <dgm:pt modelId="{1EB8DDBD-9176-4C28-AD87-95DB725CC5EA}" type="pres">
      <dgm:prSet presAssocID="{02BDB546-250B-4DE7-B940-A58F912728E4}" presName="node" presStyleLbl="node1" presStyleIdx="1" presStyleCnt="4">
        <dgm:presLayoutVars>
          <dgm:bulletEnabled val="1"/>
        </dgm:presLayoutVars>
      </dgm:prSet>
      <dgm:spPr/>
    </dgm:pt>
    <dgm:pt modelId="{3B644F0F-BE69-4A5C-9C32-4EC9A36C9793}" type="pres">
      <dgm:prSet presAssocID="{02BDB546-250B-4DE7-B940-A58F912728E4}" presName="spNode" presStyleCnt="0"/>
      <dgm:spPr/>
    </dgm:pt>
    <dgm:pt modelId="{E78DDB7B-75A4-4063-B700-D09A8ED50FC6}" type="pres">
      <dgm:prSet presAssocID="{7F58394F-432B-45A5-8ADD-E782A799BE95}" presName="sibTrans" presStyleLbl="sibTrans1D1" presStyleIdx="1" presStyleCnt="4"/>
      <dgm:spPr/>
    </dgm:pt>
    <dgm:pt modelId="{6A87BFB5-AD00-4E7F-99E6-B9A6F52CFF51}" type="pres">
      <dgm:prSet presAssocID="{899593BD-CDB0-4955-8DA8-9452DC2600A7}" presName="node" presStyleLbl="node1" presStyleIdx="2" presStyleCnt="4">
        <dgm:presLayoutVars>
          <dgm:bulletEnabled val="1"/>
        </dgm:presLayoutVars>
      </dgm:prSet>
      <dgm:spPr/>
    </dgm:pt>
    <dgm:pt modelId="{F9B5B829-4CFB-45D0-8F52-5DDBA96B21C7}" type="pres">
      <dgm:prSet presAssocID="{899593BD-CDB0-4955-8DA8-9452DC2600A7}" presName="spNode" presStyleCnt="0"/>
      <dgm:spPr/>
    </dgm:pt>
    <dgm:pt modelId="{A8B03753-B428-4271-B93C-D7BBEC8B6E24}" type="pres">
      <dgm:prSet presAssocID="{65C4347D-22BC-442D-9CAD-5F625220352F}" presName="sibTrans" presStyleLbl="sibTrans1D1" presStyleIdx="2" presStyleCnt="4"/>
      <dgm:spPr/>
    </dgm:pt>
    <dgm:pt modelId="{B4B32B9E-E4C5-49AB-B185-CFB10D30F5F7}" type="pres">
      <dgm:prSet presAssocID="{EB8CE224-ED53-49CF-B1E0-85FF24C7D38F}" presName="node" presStyleLbl="node1" presStyleIdx="3" presStyleCnt="4">
        <dgm:presLayoutVars>
          <dgm:bulletEnabled val="1"/>
        </dgm:presLayoutVars>
      </dgm:prSet>
      <dgm:spPr/>
    </dgm:pt>
    <dgm:pt modelId="{06DD42D5-0F18-44EB-82B0-5D4B2F926D3F}" type="pres">
      <dgm:prSet presAssocID="{EB8CE224-ED53-49CF-B1E0-85FF24C7D38F}" presName="spNode" presStyleCnt="0"/>
      <dgm:spPr/>
    </dgm:pt>
    <dgm:pt modelId="{D180C987-89C3-47A7-9252-7A65892C83DB}" type="pres">
      <dgm:prSet presAssocID="{245726FD-E3D0-4C2A-AE35-B2F27174500F}" presName="sibTrans" presStyleLbl="sibTrans1D1" presStyleIdx="3" presStyleCnt="4"/>
      <dgm:spPr/>
    </dgm:pt>
  </dgm:ptLst>
  <dgm:cxnLst>
    <dgm:cxn modelId="{BF641E03-48C4-419D-8CBC-17632FE2EF47}" type="presOf" srcId="{245726FD-E3D0-4C2A-AE35-B2F27174500F}" destId="{D180C987-89C3-47A7-9252-7A65892C83DB}" srcOrd="0" destOrd="0" presId="urn:microsoft.com/office/officeart/2005/8/layout/cycle5"/>
    <dgm:cxn modelId="{00F69C05-688F-4F17-9280-A1E1FE44ABC3}" type="presOf" srcId="{899593BD-CDB0-4955-8DA8-9452DC2600A7}" destId="{6A87BFB5-AD00-4E7F-99E6-B9A6F52CFF51}" srcOrd="0" destOrd="0" presId="urn:microsoft.com/office/officeart/2005/8/layout/cycle5"/>
    <dgm:cxn modelId="{F8BFBA3F-DCAC-4500-BC7B-6A9D08AD5B51}" type="presOf" srcId="{EB8CE224-ED53-49CF-B1E0-85FF24C7D38F}" destId="{B4B32B9E-E4C5-49AB-B185-CFB10D30F5F7}" srcOrd="0" destOrd="0" presId="urn:microsoft.com/office/officeart/2005/8/layout/cycle5"/>
    <dgm:cxn modelId="{46911C63-C679-4474-A312-3EEFF1742D72}" srcId="{5D906477-7E81-4D80-85C1-EEA345DD74A2}" destId="{EB8CE224-ED53-49CF-B1E0-85FF24C7D38F}" srcOrd="3" destOrd="0" parTransId="{FB405DBA-42A8-40C0-8755-650A4B708BC1}" sibTransId="{245726FD-E3D0-4C2A-AE35-B2F27174500F}"/>
    <dgm:cxn modelId="{20194B50-7420-4EA0-BB10-6859426D855D}" srcId="{5D906477-7E81-4D80-85C1-EEA345DD74A2}" destId="{7B8C94C2-E34C-4541-96E0-64133D09E1B4}" srcOrd="0" destOrd="0" parTransId="{917BF4CC-52FE-4091-AA0E-EEA735FE4C77}" sibTransId="{7077525C-466F-48BA-8C6C-D2108097FAFB}"/>
    <dgm:cxn modelId="{EBE2FB74-5FDF-4244-B3B7-FB5D3C01DA4A}" srcId="{5D906477-7E81-4D80-85C1-EEA345DD74A2}" destId="{899593BD-CDB0-4955-8DA8-9452DC2600A7}" srcOrd="2" destOrd="0" parTransId="{70964BC8-46A1-4EC9-9D7A-251E1E9D5180}" sibTransId="{65C4347D-22BC-442D-9CAD-5F625220352F}"/>
    <dgm:cxn modelId="{85550993-EEE7-4FB1-801A-406E37EE1DEB}" type="presOf" srcId="{65C4347D-22BC-442D-9CAD-5F625220352F}" destId="{A8B03753-B428-4271-B93C-D7BBEC8B6E24}" srcOrd="0" destOrd="0" presId="urn:microsoft.com/office/officeart/2005/8/layout/cycle5"/>
    <dgm:cxn modelId="{AB0DB1B6-E8B4-4986-9F67-E3B4FCB82F17}" type="presOf" srcId="{7B8C94C2-E34C-4541-96E0-64133D09E1B4}" destId="{BF521C44-7F36-4158-B9B2-D08159208D07}" srcOrd="0" destOrd="0" presId="urn:microsoft.com/office/officeart/2005/8/layout/cycle5"/>
    <dgm:cxn modelId="{9AB11FBE-2B61-4F33-94C8-E1BF76FD3275}" type="presOf" srcId="{5D906477-7E81-4D80-85C1-EEA345DD74A2}" destId="{64908E52-9CC6-49C1-AFCF-5756092C0FF3}" srcOrd="0" destOrd="0" presId="urn:microsoft.com/office/officeart/2005/8/layout/cycle5"/>
    <dgm:cxn modelId="{D45D3CBE-C381-46A0-9466-EC48EB70EF56}" srcId="{5D906477-7E81-4D80-85C1-EEA345DD74A2}" destId="{02BDB546-250B-4DE7-B940-A58F912728E4}" srcOrd="1" destOrd="0" parTransId="{425062C7-B493-4C6A-9FBB-3BF6AD9A2CEE}" sibTransId="{7F58394F-432B-45A5-8ADD-E782A799BE95}"/>
    <dgm:cxn modelId="{E9F1D9CB-DC9C-4E3B-9440-832F79759758}" type="presOf" srcId="{02BDB546-250B-4DE7-B940-A58F912728E4}" destId="{1EB8DDBD-9176-4C28-AD87-95DB725CC5EA}" srcOrd="0" destOrd="0" presId="urn:microsoft.com/office/officeart/2005/8/layout/cycle5"/>
    <dgm:cxn modelId="{59B92FF2-AA48-4990-81F6-C99CAF754132}" type="presOf" srcId="{7F58394F-432B-45A5-8ADD-E782A799BE95}" destId="{E78DDB7B-75A4-4063-B700-D09A8ED50FC6}" srcOrd="0" destOrd="0" presId="urn:microsoft.com/office/officeart/2005/8/layout/cycle5"/>
    <dgm:cxn modelId="{1EEFE8FD-47FA-4450-A7B8-27969828ECFC}" type="presOf" srcId="{7077525C-466F-48BA-8C6C-D2108097FAFB}" destId="{66247BB4-BC51-4B5F-8C17-FC2EAA2DA609}" srcOrd="0" destOrd="0" presId="urn:microsoft.com/office/officeart/2005/8/layout/cycle5"/>
    <dgm:cxn modelId="{A72430E9-2DB2-4470-82D6-287EC5F34514}" type="presParOf" srcId="{64908E52-9CC6-49C1-AFCF-5756092C0FF3}" destId="{BF521C44-7F36-4158-B9B2-D08159208D07}" srcOrd="0" destOrd="0" presId="urn:microsoft.com/office/officeart/2005/8/layout/cycle5"/>
    <dgm:cxn modelId="{26BA1A1C-DA4F-442E-ADB9-9A7BD33A1CCD}" type="presParOf" srcId="{64908E52-9CC6-49C1-AFCF-5756092C0FF3}" destId="{ACD00998-3FAA-47DD-B5BA-61E3CC7936EA}" srcOrd="1" destOrd="0" presId="urn:microsoft.com/office/officeart/2005/8/layout/cycle5"/>
    <dgm:cxn modelId="{D417DAD5-20DF-4BC8-B519-7C7CD9E3AEE2}" type="presParOf" srcId="{64908E52-9CC6-49C1-AFCF-5756092C0FF3}" destId="{66247BB4-BC51-4B5F-8C17-FC2EAA2DA609}" srcOrd="2" destOrd="0" presId="urn:microsoft.com/office/officeart/2005/8/layout/cycle5"/>
    <dgm:cxn modelId="{E55FB248-FFA6-4572-97FA-3A943D953DE4}" type="presParOf" srcId="{64908E52-9CC6-49C1-AFCF-5756092C0FF3}" destId="{1EB8DDBD-9176-4C28-AD87-95DB725CC5EA}" srcOrd="3" destOrd="0" presId="urn:microsoft.com/office/officeart/2005/8/layout/cycle5"/>
    <dgm:cxn modelId="{364AC8CC-2608-49BF-BEC8-3084C730AFB1}" type="presParOf" srcId="{64908E52-9CC6-49C1-AFCF-5756092C0FF3}" destId="{3B644F0F-BE69-4A5C-9C32-4EC9A36C9793}" srcOrd="4" destOrd="0" presId="urn:microsoft.com/office/officeart/2005/8/layout/cycle5"/>
    <dgm:cxn modelId="{4C273C59-07CF-48B2-94B6-64293D778911}" type="presParOf" srcId="{64908E52-9CC6-49C1-AFCF-5756092C0FF3}" destId="{E78DDB7B-75A4-4063-B700-D09A8ED50FC6}" srcOrd="5" destOrd="0" presId="urn:microsoft.com/office/officeart/2005/8/layout/cycle5"/>
    <dgm:cxn modelId="{81EFB399-BB38-4F87-9B82-AC7FAB0824BC}" type="presParOf" srcId="{64908E52-9CC6-49C1-AFCF-5756092C0FF3}" destId="{6A87BFB5-AD00-4E7F-99E6-B9A6F52CFF51}" srcOrd="6" destOrd="0" presId="urn:microsoft.com/office/officeart/2005/8/layout/cycle5"/>
    <dgm:cxn modelId="{09BFC5A3-C17F-4E83-A726-BD2930648A0D}" type="presParOf" srcId="{64908E52-9CC6-49C1-AFCF-5756092C0FF3}" destId="{F9B5B829-4CFB-45D0-8F52-5DDBA96B21C7}" srcOrd="7" destOrd="0" presId="urn:microsoft.com/office/officeart/2005/8/layout/cycle5"/>
    <dgm:cxn modelId="{FB6FE32D-144A-44C5-9083-5E393C839DAE}" type="presParOf" srcId="{64908E52-9CC6-49C1-AFCF-5756092C0FF3}" destId="{A8B03753-B428-4271-B93C-D7BBEC8B6E24}" srcOrd="8" destOrd="0" presId="urn:microsoft.com/office/officeart/2005/8/layout/cycle5"/>
    <dgm:cxn modelId="{25F8BE88-AA4A-49DC-B02C-021E04BD0F78}" type="presParOf" srcId="{64908E52-9CC6-49C1-AFCF-5756092C0FF3}" destId="{B4B32B9E-E4C5-49AB-B185-CFB10D30F5F7}" srcOrd="9" destOrd="0" presId="urn:microsoft.com/office/officeart/2005/8/layout/cycle5"/>
    <dgm:cxn modelId="{9E7437FD-0BFA-4370-AD87-F7EB4C755904}" type="presParOf" srcId="{64908E52-9CC6-49C1-AFCF-5756092C0FF3}" destId="{06DD42D5-0F18-44EB-82B0-5D4B2F926D3F}" srcOrd="10" destOrd="0" presId="urn:microsoft.com/office/officeart/2005/8/layout/cycle5"/>
    <dgm:cxn modelId="{A418C382-8368-4FDB-B8D9-AFB142582B18}" type="presParOf" srcId="{64908E52-9CC6-49C1-AFCF-5756092C0FF3}" destId="{D180C987-89C3-47A7-9252-7A65892C83DB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21C44-7F36-4158-B9B2-D08159208D07}">
      <dsp:nvSpPr>
        <dsp:cNvPr id="0" name=""/>
        <dsp:cNvSpPr/>
      </dsp:nvSpPr>
      <dsp:spPr>
        <a:xfrm>
          <a:off x="1827826" y="734"/>
          <a:ext cx="1433930" cy="9320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ptos Display" panose="02110004020202020204"/>
            </a:rPr>
            <a:t>Identificar</a:t>
          </a:r>
          <a:endParaRPr lang="es-ES" sz="2200" kern="1200" dirty="0"/>
        </a:p>
      </dsp:txBody>
      <dsp:txXfrm>
        <a:off x="1873325" y="46233"/>
        <a:ext cx="1342932" cy="841056"/>
      </dsp:txXfrm>
    </dsp:sp>
    <dsp:sp modelId="{66247BB4-BC51-4B5F-8C17-FC2EAA2DA609}">
      <dsp:nvSpPr>
        <dsp:cNvPr id="0" name=""/>
        <dsp:cNvSpPr/>
      </dsp:nvSpPr>
      <dsp:spPr>
        <a:xfrm>
          <a:off x="1003036" y="466761"/>
          <a:ext cx="3083510" cy="3083510"/>
        </a:xfrm>
        <a:custGeom>
          <a:avLst/>
          <a:gdLst/>
          <a:ahLst/>
          <a:cxnLst/>
          <a:rect l="0" t="0" r="0" b="0"/>
          <a:pathLst>
            <a:path>
              <a:moveTo>
                <a:pt x="2457227" y="301223"/>
              </a:moveTo>
              <a:arcTo wR="1541755" hR="1541755" stAng="18385567" swAng="1635961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8DDBD-9176-4C28-AD87-95DB725CC5EA}">
      <dsp:nvSpPr>
        <dsp:cNvPr id="0" name=""/>
        <dsp:cNvSpPr/>
      </dsp:nvSpPr>
      <dsp:spPr>
        <a:xfrm>
          <a:off x="3369581" y="1542489"/>
          <a:ext cx="1433930" cy="9320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ptos Display" panose="02110004020202020204"/>
            </a:rPr>
            <a:t>Contener</a:t>
          </a:r>
          <a:endParaRPr lang="es-ES" sz="2200" kern="1200" dirty="0"/>
        </a:p>
      </dsp:txBody>
      <dsp:txXfrm>
        <a:off x="3415080" y="1587988"/>
        <a:ext cx="1342932" cy="841056"/>
      </dsp:txXfrm>
    </dsp:sp>
    <dsp:sp modelId="{E78DDB7B-75A4-4063-B700-D09A8ED50FC6}">
      <dsp:nvSpPr>
        <dsp:cNvPr id="0" name=""/>
        <dsp:cNvSpPr/>
      </dsp:nvSpPr>
      <dsp:spPr>
        <a:xfrm>
          <a:off x="1003036" y="466761"/>
          <a:ext cx="3083510" cy="3083510"/>
        </a:xfrm>
        <a:custGeom>
          <a:avLst/>
          <a:gdLst/>
          <a:ahLst/>
          <a:cxnLst/>
          <a:rect l="0" t="0" r="0" b="0"/>
          <a:pathLst>
            <a:path>
              <a:moveTo>
                <a:pt x="2923823" y="2225051"/>
              </a:moveTo>
              <a:arcTo wR="1541755" hR="1541755" stAng="1578472" swAng="1635961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87BFB5-AD00-4E7F-99E6-B9A6F52CFF51}">
      <dsp:nvSpPr>
        <dsp:cNvPr id="0" name=""/>
        <dsp:cNvSpPr/>
      </dsp:nvSpPr>
      <dsp:spPr>
        <a:xfrm>
          <a:off x="1827826" y="3084244"/>
          <a:ext cx="1433930" cy="9320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ptos Display" panose="02110004020202020204"/>
            </a:rPr>
            <a:t>Erradicar</a:t>
          </a:r>
          <a:endParaRPr lang="es-ES" sz="2200" kern="1200" dirty="0"/>
        </a:p>
      </dsp:txBody>
      <dsp:txXfrm>
        <a:off x="1873325" y="3129743"/>
        <a:ext cx="1342932" cy="841056"/>
      </dsp:txXfrm>
    </dsp:sp>
    <dsp:sp modelId="{A8B03753-B428-4271-B93C-D7BBEC8B6E24}">
      <dsp:nvSpPr>
        <dsp:cNvPr id="0" name=""/>
        <dsp:cNvSpPr/>
      </dsp:nvSpPr>
      <dsp:spPr>
        <a:xfrm>
          <a:off x="1003036" y="466761"/>
          <a:ext cx="3083510" cy="3083510"/>
        </a:xfrm>
        <a:custGeom>
          <a:avLst/>
          <a:gdLst/>
          <a:ahLst/>
          <a:cxnLst/>
          <a:rect l="0" t="0" r="0" b="0"/>
          <a:pathLst>
            <a:path>
              <a:moveTo>
                <a:pt x="626282" y="2782286"/>
              </a:moveTo>
              <a:arcTo wR="1541755" hR="1541755" stAng="7585567" swAng="1635961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32B9E-E4C5-49AB-B185-CFB10D30F5F7}">
      <dsp:nvSpPr>
        <dsp:cNvPr id="0" name=""/>
        <dsp:cNvSpPr/>
      </dsp:nvSpPr>
      <dsp:spPr>
        <a:xfrm>
          <a:off x="286071" y="1542489"/>
          <a:ext cx="1433930" cy="9320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>
              <a:latin typeface="Aptos Display" panose="02110004020202020204"/>
            </a:rPr>
            <a:t>Recuperar</a:t>
          </a:r>
          <a:endParaRPr lang="es-ES" sz="2200" kern="1200" dirty="0"/>
        </a:p>
      </dsp:txBody>
      <dsp:txXfrm>
        <a:off x="331570" y="1587988"/>
        <a:ext cx="1342932" cy="841056"/>
      </dsp:txXfrm>
    </dsp:sp>
    <dsp:sp modelId="{D180C987-89C3-47A7-9252-7A65892C83DB}">
      <dsp:nvSpPr>
        <dsp:cNvPr id="0" name=""/>
        <dsp:cNvSpPr/>
      </dsp:nvSpPr>
      <dsp:spPr>
        <a:xfrm>
          <a:off x="1003036" y="466761"/>
          <a:ext cx="3083510" cy="3083510"/>
        </a:xfrm>
        <a:custGeom>
          <a:avLst/>
          <a:gdLst/>
          <a:ahLst/>
          <a:cxnLst/>
          <a:rect l="0" t="0" r="0" b="0"/>
          <a:pathLst>
            <a:path>
              <a:moveTo>
                <a:pt x="159686" y="858458"/>
              </a:moveTo>
              <a:arcTo wR="1541755" hR="1541755" stAng="12378472" swAng="1635961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7B28F-6C81-4131-8F39-D52DEB045950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97AAE-15E5-4FBC-A9B1-A6328081E509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15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97AAE-15E5-4FBC-A9B1-A6328081E50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552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97AAE-15E5-4FBC-A9B1-A6328081E50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6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2C8F-FC09-902E-0B07-E7BB03A2D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2826B-9F49-9765-244B-C927BD8F0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20409-41AA-65AA-D69E-471152BE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D0DFD-D430-F7DB-7724-22A8C516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90303-DDD1-E408-5BEC-112BA04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35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1CCF-9694-8BEA-F751-059C7F71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40E26-883A-5F5F-FEA7-58826F91B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6C96A-4FE3-9E45-783A-31335FF1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C9E02-EADF-261E-735A-1E9A00EB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8347-E719-243F-D5C8-C82D4D22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2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3BC0-6AC1-ADBF-0861-9483E7F4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819F6-A9CB-FF2F-F3DE-612664813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9A59-3AC3-96F7-0C9C-87DD415E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5438B-EAF1-11DB-E75F-3199DCA4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D512-10B5-7BCC-D75F-93FB150D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6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708A-CD3E-1194-2A25-37A6AFF1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E838-DA40-C0F6-0E1A-1B1A963DD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28FA5-A106-6AFA-2FD1-C3562F569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58605-85DA-3A8A-974C-925B8D49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0E4DC-2B59-1BBA-7E94-47450ED9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3944D-F988-BDF3-A00C-1AFDDEE2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1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6F0A-8955-EF42-7456-D0FDD1B84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6F8C2-3B14-1B1B-F3DB-E41B4572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38F5-0CF4-0B73-3614-2A792CC09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EF287-6565-4C73-B8F0-F20430C84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1407D-EE4D-6E10-31DA-43462CB8F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C6C5E-BE03-44D0-A6B3-F13917B0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72403-B0FC-FEEC-2A0A-F5F649C7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120CA-8830-55BA-0697-A910781A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90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5169-1CA4-C9C8-A656-8F0BBB73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3B3B9-755B-8F0F-F245-A401B394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287F1-795F-6ED1-B443-E1D1A73E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13F72-7AEA-29F5-C7BC-077F0E65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4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229BE-31FF-5AD3-584C-5F803FD1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DC36F8-F9EC-6AC1-5ECC-F8D8A780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E6903-3136-5EFB-776D-52DD7F5D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04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0EB5-F015-347A-92C2-3D3A4332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36C4-D875-EA72-55A1-B80A1B42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86F7B-F97B-1278-65EA-BBBFCAD92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5198F-8717-B608-203F-7C81747A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9B5-6C00-2AB5-0861-B5199C10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34ABF-2042-FF91-4D79-D167F1A0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22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EFB11-C1A9-DBA2-67FB-BEF9A0B7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7662A-C41C-8CA1-CB15-3D8C7AA76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6C5DC-2532-1114-6708-D7D1B021F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19151-4968-16BD-CCE5-A7F84C7D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04376-49FB-00D1-7BF8-5E44EB68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4CE3B-37ED-B258-22B8-317CC602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9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E8F0-3E4C-7F59-2DAD-5234446A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3D18E-7B3B-5353-ACAF-C6C748F53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BE313-B26B-D2E9-2311-0E3A7945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FE0C-4C6E-635E-C081-5056AE04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31AB5-AA51-3C3E-B822-9CA2AFEC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4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3BDF-1029-BB24-F429-A64346D7B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25EB2-C2D7-3258-8F0A-E52F1D63A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454BB-BC9D-2DB2-21AB-40D7ACFC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AA656-F9F7-64A8-7DEC-75106780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88F48-7B5F-C4F2-6D51-F7B900A3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16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28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01D5E-AFBE-8F22-B6F4-12347659E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5CC1B-BF8F-F1E4-2BEF-2FF89DF47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06FBB-F3A3-44BC-0787-859BD8B1A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2F82-4018-485F-A613-C7AB3E157621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6C826-ABD0-098F-3F6D-39946AFFA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FD081-1351-6B26-1407-D5A233305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916C1-102A-4CAC-B53A-7DDE6BEA7788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06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DAD60F-FAF3-2018-2B8D-E9FE91B2D02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alphaModFix amt="81000"/>
          </a:blip>
          <a:stretch>
            <a:fillRect/>
          </a:stretch>
        </p:blipFill>
        <p:spPr>
          <a:xfrm>
            <a:off x="-1150861" y="-940472"/>
            <a:ext cx="14493722" cy="7580758"/>
          </a:xfrm>
          <a:custGeom>
            <a:avLst/>
            <a:gdLst>
              <a:gd name="connsiteX0" fmla="*/ 0 w 12056364"/>
              <a:gd name="connsiteY0" fmla="*/ 0 h 6305931"/>
              <a:gd name="connsiteX1" fmla="*/ 12056364 w 12056364"/>
              <a:gd name="connsiteY1" fmla="*/ 0 h 6305931"/>
              <a:gd name="connsiteX2" fmla="*/ 12056364 w 12056364"/>
              <a:gd name="connsiteY2" fmla="*/ 6305931 h 6305931"/>
              <a:gd name="connsiteX3" fmla="*/ 0 w 12056364"/>
              <a:gd name="connsiteY3" fmla="*/ 6305931 h 630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56364" h="6305931">
                <a:moveTo>
                  <a:pt x="0" y="0"/>
                </a:moveTo>
                <a:lnTo>
                  <a:pt x="12056364" y="0"/>
                </a:lnTo>
                <a:lnTo>
                  <a:pt x="12056364" y="6305931"/>
                </a:lnTo>
                <a:lnTo>
                  <a:pt x="0" y="6305931"/>
                </a:ln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128285A-A926-4792-9312-2DD3A83B9B49}"/>
              </a:ext>
            </a:extLst>
          </p:cNvPr>
          <p:cNvSpPr/>
          <p:nvPr/>
        </p:nvSpPr>
        <p:spPr>
          <a:xfrm>
            <a:off x="6008077" y="-5495"/>
            <a:ext cx="6183923" cy="6865327"/>
          </a:xfrm>
          <a:custGeom>
            <a:avLst/>
            <a:gdLst>
              <a:gd name="connsiteX0" fmla="*/ 5495 w 6183922"/>
              <a:gd name="connsiteY0" fmla="*/ 6859832 h 6865326"/>
              <a:gd name="connsiteX1" fmla="*/ 2090005 w 6183922"/>
              <a:gd name="connsiteY1" fmla="*/ 6859832 h 6865326"/>
              <a:gd name="connsiteX2" fmla="*/ 3321661 w 6183922"/>
              <a:gd name="connsiteY2" fmla="*/ 5628176 h 6865326"/>
              <a:gd name="connsiteX3" fmla="*/ 4558445 w 6183922"/>
              <a:gd name="connsiteY3" fmla="*/ 5628176 h 6865326"/>
              <a:gd name="connsiteX4" fmla="*/ 5790101 w 6183922"/>
              <a:gd name="connsiteY4" fmla="*/ 6859832 h 6865326"/>
              <a:gd name="connsiteX5" fmla="*/ 6178428 w 6183922"/>
              <a:gd name="connsiteY5" fmla="*/ 6859832 h 6865326"/>
              <a:gd name="connsiteX6" fmla="*/ 6178428 w 6183922"/>
              <a:gd name="connsiteY6" fmla="*/ 5495 h 6865326"/>
              <a:gd name="connsiteX7" fmla="*/ 5878024 w 6183922"/>
              <a:gd name="connsiteY7" fmla="*/ 5495 h 6865326"/>
              <a:gd name="connsiteX8" fmla="*/ 4557712 w 6183922"/>
              <a:gd name="connsiteY8" fmla="*/ 1324341 h 6865326"/>
              <a:gd name="connsiteX9" fmla="*/ 3320928 w 6183922"/>
              <a:gd name="connsiteY9" fmla="*/ 1324341 h 6865326"/>
              <a:gd name="connsiteX10" fmla="*/ 2002082 w 6183922"/>
              <a:gd name="connsiteY10" fmla="*/ 5495 h 6865326"/>
              <a:gd name="connsiteX11" fmla="*/ 5495 w 6183922"/>
              <a:gd name="connsiteY11" fmla="*/ 5495 h 6865326"/>
              <a:gd name="connsiteX12" fmla="*/ 2347913 w 6183922"/>
              <a:gd name="connsiteY12" fmla="*/ 2347913 h 6865326"/>
              <a:gd name="connsiteX13" fmla="*/ 2347913 w 6183922"/>
              <a:gd name="connsiteY13" fmla="*/ 4518148 h 6865326"/>
              <a:gd name="connsiteX14" fmla="*/ 5495 w 6183922"/>
              <a:gd name="connsiteY14" fmla="*/ 6859832 h 686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83922" h="6865326">
                <a:moveTo>
                  <a:pt x="5495" y="6859832"/>
                </a:moveTo>
                <a:lnTo>
                  <a:pt x="2090005" y="6859832"/>
                </a:lnTo>
                <a:lnTo>
                  <a:pt x="3321661" y="5628176"/>
                </a:lnTo>
                <a:cubicBezTo>
                  <a:pt x="3663095" y="5286742"/>
                  <a:pt x="4217011" y="5286742"/>
                  <a:pt x="4558445" y="5628176"/>
                </a:cubicBezTo>
                <a:lnTo>
                  <a:pt x="5790101" y="6859832"/>
                </a:lnTo>
                <a:lnTo>
                  <a:pt x="6178428" y="6859832"/>
                </a:lnTo>
                <a:lnTo>
                  <a:pt x="6178428" y="5495"/>
                </a:lnTo>
                <a:lnTo>
                  <a:pt x="5878024" y="5495"/>
                </a:lnTo>
                <a:lnTo>
                  <a:pt x="4557712" y="1324341"/>
                </a:lnTo>
                <a:cubicBezTo>
                  <a:pt x="4216278" y="1665776"/>
                  <a:pt x="3662363" y="1665776"/>
                  <a:pt x="3320928" y="1324341"/>
                </a:cubicBezTo>
                <a:lnTo>
                  <a:pt x="2002082" y="5495"/>
                </a:lnTo>
                <a:lnTo>
                  <a:pt x="5495" y="5495"/>
                </a:lnTo>
                <a:lnTo>
                  <a:pt x="2347913" y="2347913"/>
                </a:lnTo>
                <a:cubicBezTo>
                  <a:pt x="2947255" y="2947255"/>
                  <a:pt x="2947255" y="3918805"/>
                  <a:pt x="2347913" y="4518148"/>
                </a:cubicBezTo>
                <a:lnTo>
                  <a:pt x="5495" y="6859832"/>
                </a:lnTo>
                <a:close/>
              </a:path>
            </a:pathLst>
          </a:custGeom>
          <a:gradFill>
            <a:gsLst>
              <a:gs pos="37000">
                <a:srgbClr val="7B2ED4"/>
              </a:gs>
              <a:gs pos="100000">
                <a:srgbClr val="34135D">
                  <a:alpha val="3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l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99B1E0-B99A-470D-B678-BA28C9776C5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9" b="2041"/>
          <a:stretch/>
        </p:blipFill>
        <p:spPr>
          <a:xfrm>
            <a:off x="5837689" y="1343892"/>
            <a:ext cx="5718418" cy="4748908"/>
          </a:xfrm>
          <a:prstGeom prst="rect">
            <a:avLst/>
          </a:prstGeom>
        </p:spPr>
      </p:pic>
      <p:pic>
        <p:nvPicPr>
          <p:cNvPr id="22" name="Picture Placeholder 3">
            <a:extLst>
              <a:ext uri="{FF2B5EF4-FFF2-40B4-BE49-F238E27FC236}">
                <a16:creationId xmlns:a16="http://schemas.microsoft.com/office/drawing/2014/main" id="{56A05433-5852-9FE1-96FE-96D5D958E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2282"/>
          <a:stretch>
            <a:fillRect/>
          </a:stretch>
        </p:blipFill>
        <p:spPr>
          <a:xfrm>
            <a:off x="6115051" y="1632190"/>
            <a:ext cx="5154209" cy="2857260"/>
          </a:xfrm>
          <a:custGeom>
            <a:avLst/>
            <a:gdLst>
              <a:gd name="connsiteX0" fmla="*/ 0 w 5154209"/>
              <a:gd name="connsiteY0" fmla="*/ 0 h 2857260"/>
              <a:gd name="connsiteX1" fmla="*/ 5154209 w 5154209"/>
              <a:gd name="connsiteY1" fmla="*/ 0 h 2857260"/>
              <a:gd name="connsiteX2" fmla="*/ 5154209 w 5154209"/>
              <a:gd name="connsiteY2" fmla="*/ 2857260 h 2857260"/>
              <a:gd name="connsiteX3" fmla="*/ 0 w 5154209"/>
              <a:gd name="connsiteY3" fmla="*/ 2857260 h 285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4209" h="2857260">
                <a:moveTo>
                  <a:pt x="0" y="0"/>
                </a:moveTo>
                <a:lnTo>
                  <a:pt x="5154209" y="0"/>
                </a:lnTo>
                <a:lnTo>
                  <a:pt x="5154209" y="2857260"/>
                </a:lnTo>
                <a:lnTo>
                  <a:pt x="0" y="285726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7C5E8E-871B-4C6A-A083-42478D170F2A}"/>
              </a:ext>
            </a:extLst>
          </p:cNvPr>
          <p:cNvSpPr txBox="1"/>
          <p:nvPr/>
        </p:nvSpPr>
        <p:spPr>
          <a:xfrm>
            <a:off x="7847737" y="2922320"/>
            <a:ext cx="1688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 spc="100">
                <a:solidFill>
                  <a:schemeClr val="bg1"/>
                </a:solidFill>
                <a:latin typeface="Montserrat" panose="00000500000000000000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pPr algn="ctr"/>
            <a:r>
              <a:rPr lang="id-ID" sz="1600" spc="300"/>
              <a:t>VISUALE</a:t>
            </a:r>
            <a:endParaRPr lang="en-ID" sz="1600" spc="3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74C1D1-AF55-6A16-F975-2B4455426823}"/>
              </a:ext>
            </a:extLst>
          </p:cNvPr>
          <p:cNvGrpSpPr/>
          <p:nvPr/>
        </p:nvGrpSpPr>
        <p:grpSpPr>
          <a:xfrm>
            <a:off x="329768" y="2621459"/>
            <a:ext cx="5201796" cy="1615083"/>
            <a:chOff x="329768" y="2921169"/>
            <a:chExt cx="5201796" cy="161508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31E712-D9E7-A6FA-EB4C-9D4E587FFC48}"/>
                </a:ext>
              </a:extLst>
            </p:cNvPr>
            <p:cNvSpPr txBox="1"/>
            <p:nvPr/>
          </p:nvSpPr>
          <p:spPr>
            <a:xfrm>
              <a:off x="329768" y="2921169"/>
              <a:ext cx="5201796" cy="101566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IN" sz="6000" b="1" dirty="0">
                  <a:solidFill>
                    <a:schemeClr val="bg1"/>
                  </a:solidFill>
                  <a:latin typeface="Segoe UI"/>
                  <a:cs typeface="Segoe UI"/>
                </a:rPr>
                <a:t>Proyecto final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1162A8D-B1E9-504D-CFEC-375C7B44F63C}"/>
                </a:ext>
              </a:extLst>
            </p:cNvPr>
            <p:cNvSpPr txBox="1"/>
            <p:nvPr/>
          </p:nvSpPr>
          <p:spPr>
            <a:xfrm>
              <a:off x="690800" y="4013032"/>
              <a:ext cx="447973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  <a:latin typeface="Segoe UI"/>
                  <a:cs typeface="Segoe UI"/>
                </a:rPr>
                <a:t>José Roncero Chávez</a:t>
              </a:r>
            </a:p>
            <a:p>
              <a:pPr algn="ctr"/>
              <a:r>
                <a:rPr lang="en-GB" sz="1400" dirty="0">
                  <a:solidFill>
                    <a:schemeClr val="bg1"/>
                  </a:solidFill>
                  <a:latin typeface="Segoe UI"/>
                  <a:cs typeface="Segoe UI"/>
                </a:rPr>
                <a:t>4Geeks Academy</a:t>
              </a:r>
              <a:endPara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8" name="Picture 7" descr="A blue background with a lock&#10;&#10;AI-generated content may be incorrect.">
            <a:extLst>
              <a:ext uri="{FF2B5EF4-FFF2-40B4-BE49-F238E27FC236}">
                <a16:creationId xmlns:a16="http://schemas.microsoft.com/office/drawing/2014/main" id="{E4CE583C-F256-30C5-A17B-D8F7C32B89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36" y="1612581"/>
            <a:ext cx="5144724" cy="2896478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DEE080A5-8219-736D-F373-F6A0B2F66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5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406DAC9-05C8-2181-6BBC-487F93BC69EC}"/>
              </a:ext>
            </a:extLst>
          </p:cNvPr>
          <p:cNvGrpSpPr/>
          <p:nvPr/>
        </p:nvGrpSpPr>
        <p:grpSpPr>
          <a:xfrm>
            <a:off x="548758" y="-5495"/>
            <a:ext cx="7246313" cy="6865327"/>
            <a:chOff x="548758" y="-5495"/>
            <a:chExt cx="7246313" cy="6865327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B8A5256-3F6F-4902-9C05-8D616C412A20}"/>
                </a:ext>
              </a:extLst>
            </p:cNvPr>
            <p:cNvSpPr/>
            <p:nvPr/>
          </p:nvSpPr>
          <p:spPr>
            <a:xfrm flipH="1">
              <a:off x="548758" y="-5495"/>
              <a:ext cx="6183923" cy="6865327"/>
            </a:xfrm>
            <a:custGeom>
              <a:avLst/>
              <a:gdLst>
                <a:gd name="connsiteX0" fmla="*/ 5495 w 6183922"/>
                <a:gd name="connsiteY0" fmla="*/ 6859832 h 6865326"/>
                <a:gd name="connsiteX1" fmla="*/ 2090005 w 6183922"/>
                <a:gd name="connsiteY1" fmla="*/ 6859832 h 6865326"/>
                <a:gd name="connsiteX2" fmla="*/ 3321661 w 6183922"/>
                <a:gd name="connsiteY2" fmla="*/ 5628176 h 6865326"/>
                <a:gd name="connsiteX3" fmla="*/ 4558445 w 6183922"/>
                <a:gd name="connsiteY3" fmla="*/ 5628176 h 6865326"/>
                <a:gd name="connsiteX4" fmla="*/ 5790101 w 6183922"/>
                <a:gd name="connsiteY4" fmla="*/ 6859832 h 6865326"/>
                <a:gd name="connsiteX5" fmla="*/ 6178428 w 6183922"/>
                <a:gd name="connsiteY5" fmla="*/ 6859832 h 6865326"/>
                <a:gd name="connsiteX6" fmla="*/ 6178428 w 6183922"/>
                <a:gd name="connsiteY6" fmla="*/ 5495 h 6865326"/>
                <a:gd name="connsiteX7" fmla="*/ 5878024 w 6183922"/>
                <a:gd name="connsiteY7" fmla="*/ 5495 h 6865326"/>
                <a:gd name="connsiteX8" fmla="*/ 4557712 w 6183922"/>
                <a:gd name="connsiteY8" fmla="*/ 1324341 h 6865326"/>
                <a:gd name="connsiteX9" fmla="*/ 3320928 w 6183922"/>
                <a:gd name="connsiteY9" fmla="*/ 1324341 h 6865326"/>
                <a:gd name="connsiteX10" fmla="*/ 2002082 w 6183922"/>
                <a:gd name="connsiteY10" fmla="*/ 5495 h 6865326"/>
                <a:gd name="connsiteX11" fmla="*/ 5495 w 6183922"/>
                <a:gd name="connsiteY11" fmla="*/ 5495 h 6865326"/>
                <a:gd name="connsiteX12" fmla="*/ 2347913 w 6183922"/>
                <a:gd name="connsiteY12" fmla="*/ 2347913 h 6865326"/>
                <a:gd name="connsiteX13" fmla="*/ 2347913 w 6183922"/>
                <a:gd name="connsiteY13" fmla="*/ 4518148 h 6865326"/>
                <a:gd name="connsiteX14" fmla="*/ 5495 w 6183922"/>
                <a:gd name="connsiteY14" fmla="*/ 6859832 h 686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83922" h="6865326">
                  <a:moveTo>
                    <a:pt x="5495" y="6859832"/>
                  </a:moveTo>
                  <a:lnTo>
                    <a:pt x="2090005" y="6859832"/>
                  </a:lnTo>
                  <a:lnTo>
                    <a:pt x="3321661" y="5628176"/>
                  </a:lnTo>
                  <a:cubicBezTo>
                    <a:pt x="3663095" y="5286742"/>
                    <a:pt x="4217011" y="5286742"/>
                    <a:pt x="4558445" y="5628176"/>
                  </a:cubicBezTo>
                  <a:lnTo>
                    <a:pt x="5790101" y="6859832"/>
                  </a:lnTo>
                  <a:lnTo>
                    <a:pt x="6178428" y="6859832"/>
                  </a:lnTo>
                  <a:lnTo>
                    <a:pt x="6178428" y="5495"/>
                  </a:lnTo>
                  <a:lnTo>
                    <a:pt x="5878024" y="5495"/>
                  </a:lnTo>
                  <a:lnTo>
                    <a:pt x="4557712" y="1324341"/>
                  </a:lnTo>
                  <a:cubicBezTo>
                    <a:pt x="4216278" y="1665776"/>
                    <a:pt x="3662363" y="1665776"/>
                    <a:pt x="3320928" y="1324341"/>
                  </a:cubicBezTo>
                  <a:lnTo>
                    <a:pt x="2002082" y="5495"/>
                  </a:lnTo>
                  <a:lnTo>
                    <a:pt x="5495" y="5495"/>
                  </a:lnTo>
                  <a:lnTo>
                    <a:pt x="2347913" y="2347913"/>
                  </a:lnTo>
                  <a:cubicBezTo>
                    <a:pt x="2947255" y="2947255"/>
                    <a:pt x="2947255" y="3918805"/>
                    <a:pt x="2347913" y="4518148"/>
                  </a:cubicBezTo>
                  <a:lnTo>
                    <a:pt x="5495" y="6859832"/>
                  </a:lnTo>
                  <a:close/>
                </a:path>
              </a:pathLst>
            </a:custGeom>
            <a:gradFill>
              <a:gsLst>
                <a:gs pos="37000">
                  <a:srgbClr val="7B2ED4"/>
                </a:gs>
                <a:gs pos="100000">
                  <a:srgbClr val="34135D">
                    <a:alpha val="38000"/>
                  </a:srgb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6B2316E-524F-4BD7-A459-C9A0E2DC92B6}"/>
                </a:ext>
              </a:extLst>
            </p:cNvPr>
            <p:cNvSpPr/>
            <p:nvPr/>
          </p:nvSpPr>
          <p:spPr>
            <a:xfrm flipH="1">
              <a:off x="1611148" y="-5495"/>
              <a:ext cx="6183923" cy="6865327"/>
            </a:xfrm>
            <a:custGeom>
              <a:avLst/>
              <a:gdLst>
                <a:gd name="connsiteX0" fmla="*/ 5495 w 6183922"/>
                <a:gd name="connsiteY0" fmla="*/ 6859832 h 6865326"/>
                <a:gd name="connsiteX1" fmla="*/ 2090005 w 6183922"/>
                <a:gd name="connsiteY1" fmla="*/ 6859832 h 6865326"/>
                <a:gd name="connsiteX2" fmla="*/ 3321661 w 6183922"/>
                <a:gd name="connsiteY2" fmla="*/ 5628176 h 6865326"/>
                <a:gd name="connsiteX3" fmla="*/ 4558445 w 6183922"/>
                <a:gd name="connsiteY3" fmla="*/ 5628176 h 6865326"/>
                <a:gd name="connsiteX4" fmla="*/ 5790101 w 6183922"/>
                <a:gd name="connsiteY4" fmla="*/ 6859832 h 6865326"/>
                <a:gd name="connsiteX5" fmla="*/ 6178428 w 6183922"/>
                <a:gd name="connsiteY5" fmla="*/ 6859832 h 6865326"/>
                <a:gd name="connsiteX6" fmla="*/ 6178428 w 6183922"/>
                <a:gd name="connsiteY6" fmla="*/ 5495 h 6865326"/>
                <a:gd name="connsiteX7" fmla="*/ 5878024 w 6183922"/>
                <a:gd name="connsiteY7" fmla="*/ 5495 h 6865326"/>
                <a:gd name="connsiteX8" fmla="*/ 4557712 w 6183922"/>
                <a:gd name="connsiteY8" fmla="*/ 1324341 h 6865326"/>
                <a:gd name="connsiteX9" fmla="*/ 3320928 w 6183922"/>
                <a:gd name="connsiteY9" fmla="*/ 1324341 h 6865326"/>
                <a:gd name="connsiteX10" fmla="*/ 2002082 w 6183922"/>
                <a:gd name="connsiteY10" fmla="*/ 5495 h 6865326"/>
                <a:gd name="connsiteX11" fmla="*/ 5495 w 6183922"/>
                <a:gd name="connsiteY11" fmla="*/ 5495 h 6865326"/>
                <a:gd name="connsiteX12" fmla="*/ 2347913 w 6183922"/>
                <a:gd name="connsiteY12" fmla="*/ 2347913 h 6865326"/>
                <a:gd name="connsiteX13" fmla="*/ 2347913 w 6183922"/>
                <a:gd name="connsiteY13" fmla="*/ 4518148 h 6865326"/>
                <a:gd name="connsiteX14" fmla="*/ 5495 w 6183922"/>
                <a:gd name="connsiteY14" fmla="*/ 6859832 h 6865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83922" h="6865326">
                  <a:moveTo>
                    <a:pt x="5495" y="6859832"/>
                  </a:moveTo>
                  <a:lnTo>
                    <a:pt x="2090005" y="6859832"/>
                  </a:lnTo>
                  <a:lnTo>
                    <a:pt x="3321661" y="5628176"/>
                  </a:lnTo>
                  <a:cubicBezTo>
                    <a:pt x="3663095" y="5286742"/>
                    <a:pt x="4217011" y="5286742"/>
                    <a:pt x="4558445" y="5628176"/>
                  </a:cubicBezTo>
                  <a:lnTo>
                    <a:pt x="5790101" y="6859832"/>
                  </a:lnTo>
                  <a:lnTo>
                    <a:pt x="6178428" y="6859832"/>
                  </a:lnTo>
                  <a:lnTo>
                    <a:pt x="6178428" y="5495"/>
                  </a:lnTo>
                  <a:lnTo>
                    <a:pt x="5878024" y="5495"/>
                  </a:lnTo>
                  <a:lnTo>
                    <a:pt x="4557712" y="1324341"/>
                  </a:lnTo>
                  <a:cubicBezTo>
                    <a:pt x="4216278" y="1665776"/>
                    <a:pt x="3662363" y="1665776"/>
                    <a:pt x="3320928" y="1324341"/>
                  </a:cubicBezTo>
                  <a:lnTo>
                    <a:pt x="2002082" y="5495"/>
                  </a:lnTo>
                  <a:lnTo>
                    <a:pt x="5495" y="5495"/>
                  </a:lnTo>
                  <a:lnTo>
                    <a:pt x="2347913" y="2347913"/>
                  </a:lnTo>
                  <a:cubicBezTo>
                    <a:pt x="2947255" y="2947255"/>
                    <a:pt x="2947255" y="3918805"/>
                    <a:pt x="2347913" y="4518148"/>
                  </a:cubicBezTo>
                  <a:lnTo>
                    <a:pt x="5495" y="6859832"/>
                  </a:lnTo>
                  <a:close/>
                </a:path>
              </a:pathLst>
            </a:custGeom>
            <a:gradFill>
              <a:gsLst>
                <a:gs pos="37000">
                  <a:srgbClr val="7B2ED4"/>
                </a:gs>
                <a:gs pos="100000">
                  <a:srgbClr val="34135D">
                    <a:alpha val="38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lt1"/>
                </a:solidFill>
              </a:endParaRPr>
            </a:p>
          </p:txBody>
        </p: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EBB2B28-E217-E1D6-060D-45D66367D54B}"/>
              </a:ext>
            </a:extLst>
          </p:cNvPr>
          <p:cNvSpPr/>
          <p:nvPr/>
        </p:nvSpPr>
        <p:spPr>
          <a:xfrm>
            <a:off x="-1" y="702"/>
            <a:ext cx="5242984" cy="6854337"/>
          </a:xfrm>
          <a:custGeom>
            <a:avLst/>
            <a:gdLst>
              <a:gd name="connsiteX0" fmla="*/ 0 w 5242984"/>
              <a:gd name="connsiteY0" fmla="*/ 0 h 6854337"/>
              <a:gd name="connsiteX1" fmla="*/ 3528550 w 5242984"/>
              <a:gd name="connsiteY1" fmla="*/ 0 h 6854337"/>
              <a:gd name="connsiteX2" fmla="*/ 3683187 w 5242984"/>
              <a:gd name="connsiteY2" fmla="*/ 121521 h 6854337"/>
              <a:gd name="connsiteX3" fmla="*/ 5242984 w 5242984"/>
              <a:gd name="connsiteY3" fmla="*/ 3429000 h 6854337"/>
              <a:gd name="connsiteX4" fmla="*/ 3683187 w 5242984"/>
              <a:gd name="connsiteY4" fmla="*/ 6736479 h 6854337"/>
              <a:gd name="connsiteX5" fmla="*/ 3533211 w 5242984"/>
              <a:gd name="connsiteY5" fmla="*/ 6854337 h 6854337"/>
              <a:gd name="connsiteX6" fmla="*/ 0 w 5242984"/>
              <a:gd name="connsiteY6" fmla="*/ 6854337 h 6854337"/>
              <a:gd name="connsiteX7" fmla="*/ 0 w 5242984"/>
              <a:gd name="connsiteY7" fmla="*/ 0 h 685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2984" h="6854337">
                <a:moveTo>
                  <a:pt x="0" y="0"/>
                </a:moveTo>
                <a:lnTo>
                  <a:pt x="3528550" y="0"/>
                </a:lnTo>
                <a:lnTo>
                  <a:pt x="3683187" y="121521"/>
                </a:lnTo>
                <a:cubicBezTo>
                  <a:pt x="4635795" y="907682"/>
                  <a:pt x="5242984" y="2097433"/>
                  <a:pt x="5242984" y="3429000"/>
                </a:cubicBezTo>
                <a:cubicBezTo>
                  <a:pt x="5242984" y="4760568"/>
                  <a:pt x="4635795" y="5950318"/>
                  <a:pt x="3683187" y="6736479"/>
                </a:cubicBezTo>
                <a:lnTo>
                  <a:pt x="3533211" y="6854337"/>
                </a:lnTo>
                <a:lnTo>
                  <a:pt x="0" y="685433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B2ED4"/>
              </a:gs>
              <a:gs pos="100000">
                <a:srgbClr val="34135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74FD5EF-77DE-439F-BFE2-864BFDDF7CFA}"/>
              </a:ext>
            </a:extLst>
          </p:cNvPr>
          <p:cNvSpPr/>
          <p:nvPr/>
        </p:nvSpPr>
        <p:spPr>
          <a:xfrm>
            <a:off x="11755906" y="1462315"/>
            <a:ext cx="1698172" cy="393337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B2ED4"/>
              </a:gs>
              <a:gs pos="100000">
                <a:srgbClr val="34135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8149D77-EB15-4E7D-8A67-C89816EFD60A}"/>
              </a:ext>
            </a:extLst>
          </p:cNvPr>
          <p:cNvSpPr/>
          <p:nvPr/>
        </p:nvSpPr>
        <p:spPr>
          <a:xfrm rot="10800000">
            <a:off x="11995150" y="1736101"/>
            <a:ext cx="1219684" cy="338579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B2ED4"/>
              </a:gs>
              <a:gs pos="100000">
                <a:srgbClr val="34135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496303-131F-DCCD-A1CC-579ED7F3267D}"/>
              </a:ext>
            </a:extLst>
          </p:cNvPr>
          <p:cNvGrpSpPr/>
          <p:nvPr/>
        </p:nvGrpSpPr>
        <p:grpSpPr>
          <a:xfrm>
            <a:off x="6394520" y="1838981"/>
            <a:ext cx="4795994" cy="2349041"/>
            <a:chOff x="6593540" y="2053601"/>
            <a:chExt cx="4795994" cy="234904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9AE2E5A-6A8A-46CC-9BDF-A51A089F175C}"/>
                </a:ext>
              </a:extLst>
            </p:cNvPr>
            <p:cNvSpPr txBox="1"/>
            <p:nvPr/>
          </p:nvSpPr>
          <p:spPr>
            <a:xfrm>
              <a:off x="6593540" y="2053601"/>
              <a:ext cx="3848212" cy="64633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Segoe UI"/>
                  <a:cs typeface="Segoe UI"/>
                </a:rPr>
                <a:t>Introducción</a:t>
              </a:r>
              <a:endParaRPr lang="es-ES_tradnl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6EFC0D-0E1D-7DE9-1D3F-089AB1F869F9}"/>
                </a:ext>
              </a:extLst>
            </p:cNvPr>
            <p:cNvSpPr txBox="1"/>
            <p:nvPr/>
          </p:nvSpPr>
          <p:spPr>
            <a:xfrm>
              <a:off x="6593540" y="2699932"/>
              <a:ext cx="4795994" cy="17027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_tradnl" dirty="0">
                  <a:solidFill>
                    <a:schemeClr val="bg1"/>
                  </a:solidFill>
                  <a:latin typeface="Segoe UI"/>
                  <a:cs typeface="Segoe UI"/>
                </a:rPr>
                <a:t>Se presenta una máquina </a:t>
              </a:r>
              <a:r>
                <a:rPr lang="es-ES_tradnl" dirty="0" err="1">
                  <a:solidFill>
                    <a:schemeClr val="bg1"/>
                  </a:solidFill>
                  <a:latin typeface="Segoe UI"/>
                  <a:cs typeface="Segoe UI"/>
                </a:rPr>
                <a:t>debian</a:t>
              </a:r>
              <a:r>
                <a:rPr lang="es-ES_tradnl" dirty="0">
                  <a:solidFill>
                    <a:schemeClr val="bg1"/>
                  </a:solidFill>
                  <a:latin typeface="Segoe UI"/>
                  <a:cs typeface="Segoe UI"/>
                </a:rPr>
                <a:t> hackeada en la que se identifican distintas vulnerabilidades, se evalúa su impacto y se ejecutan medidas de mitigación.</a:t>
              </a:r>
            </a:p>
          </p:txBody>
        </p:sp>
      </p:grpSp>
      <p:pic>
        <p:nvPicPr>
          <p:cNvPr id="44" name="Picture 43" descr="A blue background with a lock and circuit board&#10;&#10;AI-generated content may be incorrect.">
            <a:extLst>
              <a:ext uri="{FF2B5EF4-FFF2-40B4-BE49-F238E27FC236}">
                <a16:creationId xmlns:a16="http://schemas.microsoft.com/office/drawing/2014/main" id="{829AF471-D023-4ECD-5377-499145E7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43" t="2349" r="27043" b="2767"/>
          <a:stretch>
            <a:fillRect/>
          </a:stretch>
        </p:blipFill>
        <p:spPr>
          <a:xfrm>
            <a:off x="0" y="9429"/>
            <a:ext cx="4976888" cy="6856600"/>
          </a:xfrm>
          <a:custGeom>
            <a:avLst/>
            <a:gdLst>
              <a:gd name="connsiteX0" fmla="*/ 0 w 4976888"/>
              <a:gd name="connsiteY0" fmla="*/ 0 h 6856600"/>
              <a:gd name="connsiteX1" fmla="*/ 3055588 w 4976888"/>
              <a:gd name="connsiteY1" fmla="*/ 0 h 6856600"/>
              <a:gd name="connsiteX2" fmla="*/ 3204440 w 4976888"/>
              <a:gd name="connsiteY2" fmla="*/ 95429 h 6856600"/>
              <a:gd name="connsiteX3" fmla="*/ 4976888 w 4976888"/>
              <a:gd name="connsiteY3" fmla="*/ 3429002 h 6856600"/>
              <a:gd name="connsiteX4" fmla="*/ 3204440 w 4976888"/>
              <a:gd name="connsiteY4" fmla="*/ 6762575 h 6856600"/>
              <a:gd name="connsiteX5" fmla="*/ 3057774 w 4976888"/>
              <a:gd name="connsiteY5" fmla="*/ 6856600 h 6856600"/>
              <a:gd name="connsiteX6" fmla="*/ 0 w 4976888"/>
              <a:gd name="connsiteY6" fmla="*/ 6856600 h 6856600"/>
              <a:gd name="connsiteX7" fmla="*/ 0 w 4976888"/>
              <a:gd name="connsiteY7" fmla="*/ 0 h 685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76888" h="6856600">
                <a:moveTo>
                  <a:pt x="0" y="0"/>
                </a:moveTo>
                <a:lnTo>
                  <a:pt x="3055588" y="0"/>
                </a:lnTo>
                <a:lnTo>
                  <a:pt x="3204440" y="95429"/>
                </a:lnTo>
                <a:cubicBezTo>
                  <a:pt x="4273806" y="817879"/>
                  <a:pt x="4976888" y="2041334"/>
                  <a:pt x="4976888" y="3429002"/>
                </a:cubicBezTo>
                <a:cubicBezTo>
                  <a:pt x="4976888" y="4816670"/>
                  <a:pt x="4273806" y="6040125"/>
                  <a:pt x="3204440" y="6762575"/>
                </a:cubicBezTo>
                <a:lnTo>
                  <a:pt x="3057774" y="6856600"/>
                </a:lnTo>
                <a:lnTo>
                  <a:pt x="0" y="68566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EE521319-1CBA-56D7-AD75-DCD35F306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57" y="96456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9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34E93CAA-655F-A367-2E9C-8AEEF40FD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6BBEF47-7C03-F2CC-2761-E4DA3C32844C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97011DD2-D117-7281-544D-E4D997DAC593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D59EAE4-3CAA-6833-E85C-DF6A006EA8E0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CB3ED7C-7E8A-472E-B37F-C96C091EB67B}"/>
              </a:ext>
            </a:extLst>
          </p:cNvPr>
          <p:cNvSpPr/>
          <p:nvPr/>
        </p:nvSpPr>
        <p:spPr>
          <a:xfrm>
            <a:off x="6918831" y="2466230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44EBE8D-5009-4DEE-A285-CE8DE1DB2156}"/>
              </a:ext>
            </a:extLst>
          </p:cNvPr>
          <p:cNvSpPr/>
          <p:nvPr/>
        </p:nvSpPr>
        <p:spPr>
          <a:xfrm>
            <a:off x="7071198" y="2597851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A97ACBC0-0B6F-4CB0-93BB-67262C27233E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1EFDB0A1-DA47-4756-AE66-BC43F6B92B99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7D9E3E80-B861-4FB9-8E82-B17D0702BAC4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1440F24C-009C-4979-A272-5985A24F1C15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D5D6A233-AFF7-454B-8D2A-ACA5FBC4F5AA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95ACB503-46B0-42E3-AD33-5872CB54B5EA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D6C54716-CCE4-4B02-AD75-AB5466BDD9B0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8C8DE339-BCCC-4BF1-8FFA-16E7D2C5E320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2E0DFA5F-2827-44F3-88CE-08C4DF75AA92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74382F-5263-DC95-4FF5-B5E417EDBA38}"/>
              </a:ext>
            </a:extLst>
          </p:cNvPr>
          <p:cNvSpPr txBox="1"/>
          <p:nvPr/>
        </p:nvSpPr>
        <p:spPr>
          <a:xfrm>
            <a:off x="7260278" y="2616778"/>
            <a:ext cx="3686191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Análisis</a:t>
            </a:r>
            <a:r>
              <a:rPr lang="en-IN" sz="3600" b="1" dirty="0">
                <a:solidFill>
                  <a:schemeClr val="bg1"/>
                </a:solidFill>
                <a:latin typeface="Segoe UI"/>
                <a:cs typeface="Segoe UI"/>
              </a:rPr>
              <a:t> </a:t>
            </a:r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inicial</a:t>
            </a:r>
            <a:r>
              <a:rPr lang="en-IN" sz="3600" b="1" dirty="0">
                <a:solidFill>
                  <a:schemeClr val="bg1"/>
                </a:solidFill>
                <a:latin typeface="Segoe UI"/>
                <a:cs typeface="Segoe UI"/>
              </a:rPr>
              <a:t>, </a:t>
            </a:r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accesos</a:t>
            </a:r>
            <a:r>
              <a:rPr lang="en-IN" sz="3600" b="1" dirty="0">
                <a:solidFill>
                  <a:schemeClr val="bg1"/>
                </a:solidFill>
                <a:latin typeface="Segoe UI"/>
                <a:cs typeface="Segoe UI"/>
              </a:rPr>
              <a:t> y </a:t>
            </a:r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autenticaciones</a:t>
            </a:r>
            <a:endParaRPr lang="es-ES" dirty="0" err="1">
              <a:solidFill>
                <a:schemeClr val="bg1"/>
              </a:solidFill>
            </a:endParaRPr>
          </a:p>
        </p:txBody>
      </p:sp>
      <p:pic>
        <p:nvPicPr>
          <p:cNvPr id="3" name="Imagen 2" descr="Imagen que contiene naranja, oscuro, azul, cerca&#10;&#10;El contenido generado por IA puede ser incorrecto.">
            <a:extLst>
              <a:ext uri="{FF2B5EF4-FFF2-40B4-BE49-F238E27FC236}">
                <a16:creationId xmlns:a16="http://schemas.microsoft.com/office/drawing/2014/main" id="{515F6A21-105D-4E80-189B-E3405BA5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7" y="855808"/>
            <a:ext cx="6007811" cy="3045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5358056-F660-4AD9-4F68-181B6ACA1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37" y="1258509"/>
            <a:ext cx="6342281" cy="2410660"/>
          </a:xfrm>
          <a:prstGeom prst="rect">
            <a:avLst/>
          </a:prstGeom>
        </p:spPr>
      </p:pic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6526AB48-0142-DB37-E6DC-87E711713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90" y="3747110"/>
            <a:ext cx="3744406" cy="2970810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BAB78573-757C-8D04-F48D-957394322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9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E0FD7-5B30-D477-72A5-F52E560C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1FC6180B-5244-C88A-A2AA-8DFF16F2C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0998D14-17D4-4D9E-3439-7F95691CB0E1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FBBC836B-6F56-0BAE-3991-B9452080EC18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960489-A463-E41B-FE77-E07C43DD8BA0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4E93180-6F92-37EE-E891-79CCC1428C89}"/>
              </a:ext>
            </a:extLst>
          </p:cNvPr>
          <p:cNvSpPr/>
          <p:nvPr/>
        </p:nvSpPr>
        <p:spPr>
          <a:xfrm>
            <a:off x="6918831" y="2466230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DF6C7FA-B55F-3F2C-FEFD-F8338B8AA020}"/>
              </a:ext>
            </a:extLst>
          </p:cNvPr>
          <p:cNvSpPr/>
          <p:nvPr/>
        </p:nvSpPr>
        <p:spPr>
          <a:xfrm>
            <a:off x="7071198" y="2597851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1BE7FA09-4235-14DC-82E0-A9AAA28DA139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972C9495-0EC8-74BE-18D9-43A26CAB31D9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8519BE91-DED3-49EF-44C8-C931B923F70E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2DF815AA-F054-93F2-EDC6-B3ED03209FF2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AB53EE3F-CBF9-C09D-986F-DA2701C38037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0BC3A7BF-6203-CC7F-63BA-0DBED156122C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CCCACC8E-E654-0649-EE88-D0FBA422AC9C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8D181147-07F1-DDFD-B199-34D9C890F4C7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52F0E764-96B3-FD6B-4033-A512F45BEDD0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80560A-8439-8FFF-816C-FE8DEAE17D01}"/>
              </a:ext>
            </a:extLst>
          </p:cNvPr>
          <p:cNvSpPr txBox="1"/>
          <p:nvPr/>
        </p:nvSpPr>
        <p:spPr>
          <a:xfrm>
            <a:off x="7410796" y="2842556"/>
            <a:ext cx="3451007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Escaneo</a:t>
            </a:r>
            <a:r>
              <a:rPr lang="en-IN" sz="3600" b="1" dirty="0">
                <a:solidFill>
                  <a:schemeClr val="bg1"/>
                </a:solidFill>
                <a:latin typeface="Segoe UI"/>
                <a:cs typeface="Segoe UI"/>
              </a:rPr>
              <a:t> de </a:t>
            </a:r>
            <a:r>
              <a:rPr lang="en-IN" sz="3600" b="1" dirty="0" err="1">
                <a:solidFill>
                  <a:schemeClr val="bg1"/>
                </a:solidFill>
                <a:latin typeface="Segoe UI"/>
                <a:cs typeface="Segoe UI"/>
              </a:rPr>
              <a:t>puertos</a:t>
            </a:r>
            <a:endParaRPr lang="en-IN" sz="3600" b="1" dirty="0" err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4FAB47FC-EEF5-0CCC-3E9B-0420FD3A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9" y="927854"/>
            <a:ext cx="6164178" cy="4722519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7A70ECCE-999D-6576-7716-FF5FB661C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4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7994C-E485-D673-3F8F-B6D30D3E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50703412-900E-073F-81F3-0B3FD9D5D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BAC6330D-435F-E3EF-4403-4D3EDA80AFFD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95983E5C-4845-ADF0-BFC1-A1980573BABE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CE40C16-EBDF-B750-F7DB-60A661200416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398AF0B-F045-8468-42FC-DF964E2303AB}"/>
              </a:ext>
            </a:extLst>
          </p:cNvPr>
          <p:cNvSpPr/>
          <p:nvPr/>
        </p:nvSpPr>
        <p:spPr>
          <a:xfrm>
            <a:off x="7329587" y="2176863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CC1716C-FB0F-328F-E126-1679706B0CEB}"/>
              </a:ext>
            </a:extLst>
          </p:cNvPr>
          <p:cNvSpPr/>
          <p:nvPr/>
        </p:nvSpPr>
        <p:spPr>
          <a:xfrm>
            <a:off x="7481954" y="2308484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090D36BD-F2A1-C95A-F492-FCBB85EADF99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2D8415FA-22E0-8286-270F-FEDB9989F9F5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CAC8082C-EEBF-D5EC-0695-6B60E2DC14BC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0049F643-B0E2-D08F-EB41-83E53258D7E3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A4693DC5-85DE-D3E0-4341-98CA7B9AE089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6B5DCCA0-9BB1-48CC-E401-00EE27C68786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F2193A01-C99E-21D4-599E-D3A55A240480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3913A33B-DDCF-FDE0-B197-9C9A6797398E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31A1F274-168F-698A-AACC-21109AFA11F3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CDB3B-FA21-7BCF-9E10-32BCB3C123DA}"/>
              </a:ext>
            </a:extLst>
          </p:cNvPr>
          <p:cNvSpPr txBox="1"/>
          <p:nvPr/>
        </p:nvSpPr>
        <p:spPr>
          <a:xfrm>
            <a:off x="7657188" y="2313034"/>
            <a:ext cx="3635821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Conexión FTP</a:t>
            </a:r>
          </a:p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Deshabilitar puerto 21</a:t>
            </a: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CC864E30-08D1-4968-4A20-E2305567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58" y="872172"/>
            <a:ext cx="3554436" cy="2599690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3720F8B7-2BC9-A784-920E-5D120A7CF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70" y="3722832"/>
            <a:ext cx="6307989" cy="912367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D4C5F761-E355-27FB-EF8E-EDA24D115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68" y="4885285"/>
            <a:ext cx="5311119" cy="1842553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A5ABA7F2-AD50-4464-6602-CFFB02BE1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D4B12-B2ED-8A76-8A53-6AA5C481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FD12AC98-B757-D7EE-59C0-B971C88CF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0A6283C-B0E9-EEF3-AD32-631C95436D6B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9A2C49A-42D3-A370-E5F9-58C6C3498209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C02635B-CEA4-6BA8-14AD-F47ED447C168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13B012E-4D91-4715-8112-6A78E6393867}"/>
              </a:ext>
            </a:extLst>
          </p:cNvPr>
          <p:cNvSpPr/>
          <p:nvPr/>
        </p:nvSpPr>
        <p:spPr>
          <a:xfrm>
            <a:off x="7329587" y="2176863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E1B614D-2449-E6EE-13A8-C34362F5107C}"/>
              </a:ext>
            </a:extLst>
          </p:cNvPr>
          <p:cNvSpPr/>
          <p:nvPr/>
        </p:nvSpPr>
        <p:spPr>
          <a:xfrm>
            <a:off x="7481954" y="2308484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25FF19B4-1D34-FE79-33B3-1D97D79A166D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BD6E487F-8FD4-74EB-2987-2BC14520D84B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BA89B96F-6A26-F151-74A1-6D23ECF443CB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98293A62-7BFF-3409-572F-47D5C3A5E4BF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3A6C6D73-2191-968A-290F-556B94F2C26A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FB1ACEA9-B09E-F670-1D77-578806C91021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8681B458-C4BF-A924-ED88-C4AE05583316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14354BFF-9CB9-B828-CFC3-0390CF0AB419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2604963E-C10A-C496-B199-3AF55FFF8BFF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48BFA6-FFBF-4F3F-B777-280897EC7DCD}"/>
              </a:ext>
            </a:extLst>
          </p:cNvPr>
          <p:cNvSpPr txBox="1"/>
          <p:nvPr/>
        </p:nvSpPr>
        <p:spPr>
          <a:xfrm>
            <a:off x="7657188" y="2764590"/>
            <a:ext cx="363582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Conexión SSH</a:t>
            </a:r>
            <a:endParaRPr lang="es-ES" dirty="0"/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285AAFDB-01D9-3BC8-7F94-BBE795012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10" y="1443692"/>
            <a:ext cx="6171260" cy="1722245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626F0D7C-9A4F-1326-851A-E6F155F2C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97" y="3571875"/>
            <a:ext cx="4752975" cy="1238250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F9D22CB-994B-D68F-2859-0189227F4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8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1FD57-3AE5-68B4-34DE-A907D3C7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1CBA1A4C-CDFD-7D94-9201-0FC814533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06AD5F9-4344-8283-3E97-3B7AD0A70C55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065BF7E2-E40F-86B7-DCCF-2D7465B23138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EE9BDAB8-6C85-324F-26A2-7EEC25BFC6E7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458EFF3-B42B-76AA-B842-191A7BE58D6A}"/>
              </a:ext>
            </a:extLst>
          </p:cNvPr>
          <p:cNvSpPr/>
          <p:nvPr/>
        </p:nvSpPr>
        <p:spPr>
          <a:xfrm>
            <a:off x="7329587" y="2176863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B5865FC-4FE0-1F7F-33F7-952161EFCD46}"/>
              </a:ext>
            </a:extLst>
          </p:cNvPr>
          <p:cNvSpPr/>
          <p:nvPr/>
        </p:nvSpPr>
        <p:spPr>
          <a:xfrm>
            <a:off x="7481954" y="2308484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7B84CEAA-4F98-A360-C932-5635967AA1C0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BBFC2A85-E8B9-4596-036A-9B32CE02662D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C313D968-2683-ED1C-7516-2346F4573C53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027151BC-94A6-CFD5-3AF0-970646CE82BE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1133FB69-220E-B923-0F48-C820B5E14BDE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2986B76B-843D-938A-3C80-B02FE6092C6C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10AC48D5-74DD-B147-F1E2-EE3B21782657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B4D37988-9B62-6462-4CA7-9E973847EA64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6E4E53B2-77C2-2BB8-3509-830BA6485A9E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A16F8-651C-068C-0F6D-0F83ED8EE13F}"/>
              </a:ext>
            </a:extLst>
          </p:cNvPr>
          <p:cNvSpPr txBox="1"/>
          <p:nvPr/>
        </p:nvSpPr>
        <p:spPr>
          <a:xfrm>
            <a:off x="7724707" y="2486654"/>
            <a:ext cx="3635821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GRUB sin protección</a:t>
            </a: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77915CF9-A58F-0659-6E9D-B4DC4765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5" y="878524"/>
            <a:ext cx="2917063" cy="1988074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AD1D3633-171C-FB9F-201B-48E2F704B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44" y="877440"/>
            <a:ext cx="2927312" cy="1990244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FEF916F8-DF9E-ABEA-8D25-3BD2521EC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50" y="2992051"/>
            <a:ext cx="5673766" cy="7222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F68D33-71A8-AC57-BA7C-498390066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21" y="3841522"/>
            <a:ext cx="3333750" cy="200025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94481AD4-680F-0814-20A0-885EE54996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066" y="4153436"/>
            <a:ext cx="3400425" cy="7143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457F80-B943-1FC3-7BC2-0363F52C49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668" y="4989225"/>
            <a:ext cx="3495675" cy="1809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F702B8A-48F0-AD6A-B022-7BD9C2EE0D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207" y="5274071"/>
            <a:ext cx="2790825" cy="2286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A0D8098-4758-66EC-18E3-F96B9473C9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228" y="5602804"/>
            <a:ext cx="3271416" cy="989033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A5D34202-140F-59A0-1697-EA9982A1DB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8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6A326-6708-E092-2499-5AEE93B0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14DDC1E3-36D5-9086-B7A8-549C0CB7F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70DA7AF4-BC3E-2ED0-566D-B7F48FBD4D97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5FB061AA-407A-3DB8-8464-466F81A79A31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F11EBCE6-4C20-35C6-202A-AF6E90B18478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F7B77E2-4CFF-51A4-354B-0D18B1D27C5A}"/>
              </a:ext>
            </a:extLst>
          </p:cNvPr>
          <p:cNvSpPr/>
          <p:nvPr/>
        </p:nvSpPr>
        <p:spPr>
          <a:xfrm>
            <a:off x="7329587" y="2176863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BB288FD-8DA2-6F90-6318-8673761951E6}"/>
              </a:ext>
            </a:extLst>
          </p:cNvPr>
          <p:cNvSpPr/>
          <p:nvPr/>
        </p:nvSpPr>
        <p:spPr>
          <a:xfrm>
            <a:off x="7481954" y="2308484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DC40612C-6132-F011-7E37-7105C6D6A9EA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CACC27D3-386D-B23D-2A8F-D14758E835C5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D45D6998-0CF8-8428-C22F-4E9387037157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A603E9ED-3CB1-236E-6FC1-067B94698A9C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2957C3F7-1A11-4C0B-849D-EA73E0B59EA9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DC3B07AA-A845-7DAE-E9B6-C09B11443BE3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EE13E92E-51D2-1C53-91C6-4B5749C5C9A1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05209628-7361-3B29-EB45-9A5059A8E114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194559AF-00E2-9A9A-DBD6-B9174C9098A5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15302C-EF1A-330F-1849-7EDC87389ED1}"/>
              </a:ext>
            </a:extLst>
          </p:cNvPr>
          <p:cNvSpPr txBox="1"/>
          <p:nvPr/>
        </p:nvSpPr>
        <p:spPr>
          <a:xfrm>
            <a:off x="7772934" y="2313033"/>
            <a:ext cx="3587594" cy="17446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Medidas correctivas (GRUB)</a:t>
            </a: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B6685A1A-5F08-7382-F83E-E686B5A2E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6" y="788780"/>
            <a:ext cx="8197408" cy="118688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3B689D2-2409-5DCC-D219-FF7933219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89" y="2098588"/>
            <a:ext cx="5089124" cy="245601"/>
          </a:xfrm>
          <a:prstGeom prst="rect">
            <a:avLst/>
          </a:prstGeom>
        </p:spPr>
      </p:pic>
      <p:pic>
        <p:nvPicPr>
          <p:cNvPr id="10" name="Imagen 9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AEBD14DD-F8FA-2B84-F592-2C756905B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02" y="2416891"/>
            <a:ext cx="6924556" cy="1248740"/>
          </a:xfrm>
          <a:prstGeom prst="rect">
            <a:avLst/>
          </a:prstGeom>
        </p:spPr>
      </p:pic>
      <p:pic>
        <p:nvPicPr>
          <p:cNvPr id="19" name="Imagen 18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D2426A1-345C-B9D5-3DD8-7AE808C28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89" y="6022466"/>
            <a:ext cx="2243681" cy="731617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5688383C-A46A-0F59-9EE2-8687B459F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624" y="3793073"/>
            <a:ext cx="5102145" cy="2113466"/>
          </a:xfrm>
          <a:prstGeom prst="rect">
            <a:avLst/>
          </a:prstGeom>
        </p:spPr>
      </p:pic>
      <p:pic>
        <p:nvPicPr>
          <p:cNvPr id="25" name="Imagen 24" descr="Texto&#10;&#10;El contenido generado por IA puede ser incorrecto.">
            <a:extLst>
              <a:ext uri="{FF2B5EF4-FFF2-40B4-BE49-F238E27FC236}">
                <a16:creationId xmlns:a16="http://schemas.microsoft.com/office/drawing/2014/main" id="{0D2B8638-743F-A81A-A670-3635DEBF9C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0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BC73A-F8B1-CC93-F520-7E74542D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F77BDCE1-E178-7581-0839-6D0530331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ADEFD07-DD29-C8D2-E699-990477B4A49D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26A09E0-6502-10A8-D054-A6F710121E73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431FEDE-F1D2-1E38-3F16-60588EC4FF14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03888A0-96EC-F118-8D58-FC41CE136DA4}"/>
              </a:ext>
            </a:extLst>
          </p:cNvPr>
          <p:cNvSpPr/>
          <p:nvPr/>
        </p:nvSpPr>
        <p:spPr>
          <a:xfrm>
            <a:off x="7522499" y="1791041"/>
            <a:ext cx="4674710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873B0E0-5139-E0CF-312F-539C294B6FD2}"/>
              </a:ext>
            </a:extLst>
          </p:cNvPr>
          <p:cNvSpPr/>
          <p:nvPr/>
        </p:nvSpPr>
        <p:spPr>
          <a:xfrm>
            <a:off x="7674866" y="1922662"/>
            <a:ext cx="4516025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E742E37A-40D1-6E89-20D9-C14486119628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5AEE7F9F-7795-DDE4-0700-0C1C08A34B84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7B91553A-ED47-8279-1091-4F71D62739DD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398DACA8-38D4-2E49-84C2-73C018F1EFEB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2E11ED41-5E5A-8898-96F7-CCFFD03E2AD2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A8656F82-0E51-B085-6E2D-E42E3396E433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47C2E8D4-0404-D1E5-7848-BCEF009EC63B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F16B7B95-61B4-11A4-06B1-D272FC7CC553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F1CFA640-A18D-27BD-9A70-A3025671AA2D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234E48-EAF8-CBB5-E3F5-E9CA1A360149}"/>
              </a:ext>
            </a:extLst>
          </p:cNvPr>
          <p:cNvSpPr txBox="1"/>
          <p:nvPr/>
        </p:nvSpPr>
        <p:spPr>
          <a:xfrm>
            <a:off x="7686125" y="1927211"/>
            <a:ext cx="4224201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Medidas correctivas (acceso remoto </a:t>
            </a:r>
            <a:r>
              <a:rPr lang="es-ES_tradnl" sz="3600" b="1" dirty="0" err="1">
                <a:solidFill>
                  <a:schemeClr val="bg1"/>
                </a:solidFill>
                <a:latin typeface="Segoe UI"/>
                <a:cs typeface="Segoe UI"/>
              </a:rPr>
              <a:t>root</a:t>
            </a:r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 SSH)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ECB5B1B-16F5-08E8-B33D-105A73AD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52" y="928808"/>
            <a:ext cx="4243207" cy="225827"/>
          </a:xfrm>
          <a:prstGeom prst="rect">
            <a:avLst/>
          </a:prstGeom>
        </p:spPr>
      </p:pic>
      <p:pic>
        <p:nvPicPr>
          <p:cNvPr id="15" name="Imagen 1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A3E4B8A-AC7A-D5A8-8624-872EED00A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39" y="1601043"/>
            <a:ext cx="3294567" cy="222836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FF74550-D8CE-95A4-616C-8692E6EC3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5" y="4313799"/>
            <a:ext cx="4376919" cy="198096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E160CB6F-BCEB-C0AC-D62A-735C9EA81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72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74858-AFE0-C894-72C6-E3D12A07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blue circular background with a lock and circles&#10;&#10;AI-generated content may be incorrect.">
            <a:extLst>
              <a:ext uri="{FF2B5EF4-FFF2-40B4-BE49-F238E27FC236}">
                <a16:creationId xmlns:a16="http://schemas.microsoft.com/office/drawing/2014/main" id="{73023DF5-44CF-DD0A-C603-5F8782BD0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5338" r="32802" b="6634"/>
          <a:stretch>
            <a:fillRect/>
          </a:stretch>
        </p:blipFill>
        <p:spPr>
          <a:xfrm>
            <a:off x="6019066" y="1831"/>
            <a:ext cx="6172934" cy="6854338"/>
          </a:xfrm>
          <a:custGeom>
            <a:avLst/>
            <a:gdLst>
              <a:gd name="connsiteX0" fmla="*/ 0 w 6172934"/>
              <a:gd name="connsiteY0" fmla="*/ 0 h 6854338"/>
              <a:gd name="connsiteX1" fmla="*/ 1996587 w 6172934"/>
              <a:gd name="connsiteY1" fmla="*/ 0 h 6854338"/>
              <a:gd name="connsiteX2" fmla="*/ 3315434 w 6172934"/>
              <a:gd name="connsiteY2" fmla="*/ 1318846 h 6854338"/>
              <a:gd name="connsiteX3" fmla="*/ 4552218 w 6172934"/>
              <a:gd name="connsiteY3" fmla="*/ 1318846 h 6854338"/>
              <a:gd name="connsiteX4" fmla="*/ 5872530 w 6172934"/>
              <a:gd name="connsiteY4" fmla="*/ 0 h 6854338"/>
              <a:gd name="connsiteX5" fmla="*/ 6172934 w 6172934"/>
              <a:gd name="connsiteY5" fmla="*/ 0 h 6854338"/>
              <a:gd name="connsiteX6" fmla="*/ 6172934 w 6172934"/>
              <a:gd name="connsiteY6" fmla="*/ 6854338 h 6854338"/>
              <a:gd name="connsiteX7" fmla="*/ 5784606 w 6172934"/>
              <a:gd name="connsiteY7" fmla="*/ 6854338 h 6854338"/>
              <a:gd name="connsiteX8" fmla="*/ 4552950 w 6172934"/>
              <a:gd name="connsiteY8" fmla="*/ 5622682 h 6854338"/>
              <a:gd name="connsiteX9" fmla="*/ 3316166 w 6172934"/>
              <a:gd name="connsiteY9" fmla="*/ 5622682 h 6854338"/>
              <a:gd name="connsiteX10" fmla="*/ 2084510 w 6172934"/>
              <a:gd name="connsiteY10" fmla="*/ 6854338 h 6854338"/>
              <a:gd name="connsiteX11" fmla="*/ 0 w 6172934"/>
              <a:gd name="connsiteY11" fmla="*/ 6854338 h 6854338"/>
              <a:gd name="connsiteX12" fmla="*/ 2342418 w 6172934"/>
              <a:gd name="connsiteY12" fmla="*/ 4512654 h 6854338"/>
              <a:gd name="connsiteX13" fmla="*/ 2342418 w 6172934"/>
              <a:gd name="connsiteY13" fmla="*/ 2342418 h 6854338"/>
              <a:gd name="connsiteX14" fmla="*/ 0 w 6172934"/>
              <a:gd name="connsiteY14" fmla="*/ 0 h 685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172934" h="6854338">
                <a:moveTo>
                  <a:pt x="0" y="0"/>
                </a:moveTo>
                <a:lnTo>
                  <a:pt x="1996587" y="0"/>
                </a:lnTo>
                <a:lnTo>
                  <a:pt x="3315434" y="1318846"/>
                </a:lnTo>
                <a:cubicBezTo>
                  <a:pt x="3656868" y="1660281"/>
                  <a:pt x="4210784" y="1660281"/>
                  <a:pt x="4552218" y="1318846"/>
                </a:cubicBezTo>
                <a:lnTo>
                  <a:pt x="5872530" y="0"/>
                </a:lnTo>
                <a:lnTo>
                  <a:pt x="6172934" y="0"/>
                </a:lnTo>
                <a:lnTo>
                  <a:pt x="6172934" y="6854338"/>
                </a:lnTo>
                <a:lnTo>
                  <a:pt x="5784606" y="6854338"/>
                </a:lnTo>
                <a:lnTo>
                  <a:pt x="4552950" y="5622682"/>
                </a:lnTo>
                <a:cubicBezTo>
                  <a:pt x="4211516" y="5281248"/>
                  <a:pt x="3657600" y="5281248"/>
                  <a:pt x="3316166" y="5622682"/>
                </a:cubicBezTo>
                <a:lnTo>
                  <a:pt x="2084510" y="6854338"/>
                </a:lnTo>
                <a:lnTo>
                  <a:pt x="0" y="6854338"/>
                </a:lnTo>
                <a:lnTo>
                  <a:pt x="2342418" y="4512654"/>
                </a:lnTo>
                <a:cubicBezTo>
                  <a:pt x="2941760" y="3913311"/>
                  <a:pt x="2941760" y="2941761"/>
                  <a:pt x="2342418" y="2342418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C9F0771-6580-F27F-39A0-AFD3A3D410BC}"/>
              </a:ext>
            </a:extLst>
          </p:cNvPr>
          <p:cNvSpPr/>
          <p:nvPr/>
        </p:nvSpPr>
        <p:spPr>
          <a:xfrm rot="18965586">
            <a:off x="4947188" y="-1571528"/>
            <a:ext cx="5059955" cy="5006360"/>
          </a:xfrm>
          <a:custGeom>
            <a:avLst/>
            <a:gdLst>
              <a:gd name="connsiteX0" fmla="*/ 1272845 w 5059955"/>
              <a:gd name="connsiteY0" fmla="*/ 0 h 5006360"/>
              <a:gd name="connsiteX1" fmla="*/ 5059955 w 5059955"/>
              <a:gd name="connsiteY1" fmla="*/ 3645296 h 5006360"/>
              <a:gd name="connsiteX2" fmla="*/ 4959261 w 5059955"/>
              <a:gd name="connsiteY2" fmla="*/ 3811044 h 5006360"/>
              <a:gd name="connsiteX3" fmla="*/ 2711141 w 5059955"/>
              <a:gd name="connsiteY3" fmla="*/ 5006360 h 5006360"/>
              <a:gd name="connsiteX4" fmla="*/ 0 w 5059955"/>
              <a:gd name="connsiteY4" fmla="*/ 2295219 h 5006360"/>
              <a:gd name="connsiteX5" fmla="*/ 1195317 w 5059955"/>
              <a:gd name="connsiteY5" fmla="*/ 47099 h 5006360"/>
              <a:gd name="connsiteX6" fmla="*/ 1272845 w 5059955"/>
              <a:gd name="connsiteY6" fmla="*/ 0 h 500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9955" h="5006360">
                <a:moveTo>
                  <a:pt x="1272845" y="0"/>
                </a:moveTo>
                <a:lnTo>
                  <a:pt x="5059955" y="3645296"/>
                </a:lnTo>
                <a:lnTo>
                  <a:pt x="4959261" y="3811044"/>
                </a:lnTo>
                <a:cubicBezTo>
                  <a:pt x="4472050" y="4532212"/>
                  <a:pt x="3646966" y="5006360"/>
                  <a:pt x="2711141" y="5006360"/>
                </a:cubicBezTo>
                <a:cubicBezTo>
                  <a:pt x="1213819" y="5006360"/>
                  <a:pt x="1" y="3792541"/>
                  <a:pt x="0" y="2295219"/>
                </a:cubicBezTo>
                <a:cubicBezTo>
                  <a:pt x="0" y="1359393"/>
                  <a:pt x="474149" y="534310"/>
                  <a:pt x="1195317" y="47099"/>
                </a:cubicBezTo>
                <a:lnTo>
                  <a:pt x="1272845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0F92C2BF-2B06-8D36-3644-5F916F0E2AB9}"/>
              </a:ext>
            </a:extLst>
          </p:cNvPr>
          <p:cNvSpPr/>
          <p:nvPr/>
        </p:nvSpPr>
        <p:spPr>
          <a:xfrm rot="3883329">
            <a:off x="9846156" y="5066770"/>
            <a:ext cx="2077003" cy="2367550"/>
          </a:xfrm>
          <a:custGeom>
            <a:avLst/>
            <a:gdLst>
              <a:gd name="connsiteX0" fmla="*/ 93094 w 2077003"/>
              <a:gd name="connsiteY0" fmla="*/ 723510 h 2367550"/>
              <a:gd name="connsiteX1" fmla="*/ 1184617 w 2077003"/>
              <a:gd name="connsiteY1" fmla="*/ 0 h 2367550"/>
              <a:gd name="connsiteX2" fmla="*/ 2022266 w 2077003"/>
              <a:gd name="connsiteY2" fmla="*/ 346966 h 2367550"/>
              <a:gd name="connsiteX3" fmla="*/ 2077003 w 2077003"/>
              <a:gd name="connsiteY3" fmla="*/ 407192 h 2367550"/>
              <a:gd name="connsiteX4" fmla="*/ 1151273 w 2077003"/>
              <a:gd name="connsiteY4" fmla="*/ 2367550 h 2367550"/>
              <a:gd name="connsiteX5" fmla="*/ 1063496 w 2077003"/>
              <a:gd name="connsiteY5" fmla="*/ 2363118 h 2367550"/>
              <a:gd name="connsiteX6" fmla="*/ 1 w 2077003"/>
              <a:gd name="connsiteY6" fmla="*/ 1184617 h 2367550"/>
              <a:gd name="connsiteX7" fmla="*/ 93094 w 2077003"/>
              <a:gd name="connsiteY7" fmla="*/ 723510 h 236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77003" h="2367550">
                <a:moveTo>
                  <a:pt x="93094" y="723510"/>
                </a:moveTo>
                <a:cubicBezTo>
                  <a:pt x="272928" y="298333"/>
                  <a:pt x="693933" y="0"/>
                  <a:pt x="1184617" y="0"/>
                </a:cubicBezTo>
                <a:cubicBezTo>
                  <a:pt x="1511739" y="0"/>
                  <a:pt x="1807892" y="132593"/>
                  <a:pt x="2022266" y="346966"/>
                </a:cubicBezTo>
                <a:lnTo>
                  <a:pt x="2077003" y="407192"/>
                </a:lnTo>
                <a:lnTo>
                  <a:pt x="1151273" y="2367550"/>
                </a:lnTo>
                <a:lnTo>
                  <a:pt x="1063496" y="2363118"/>
                </a:lnTo>
                <a:cubicBezTo>
                  <a:pt x="466147" y="2302455"/>
                  <a:pt x="0" y="1797973"/>
                  <a:pt x="1" y="1184617"/>
                </a:cubicBezTo>
                <a:cubicBezTo>
                  <a:pt x="1" y="1021056"/>
                  <a:pt x="33149" y="865236"/>
                  <a:pt x="93094" y="723510"/>
                </a:cubicBezTo>
                <a:close/>
              </a:path>
            </a:pathLst>
          </a:custGeom>
          <a:gradFill flip="none" rotWithShape="1">
            <a:gsLst>
              <a:gs pos="0">
                <a:srgbClr val="EF01C1">
                  <a:alpha val="31000"/>
                </a:srgbClr>
              </a:gs>
              <a:gs pos="77000">
                <a:srgbClr val="5C21A3">
                  <a:alpha val="3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6EB1DB3-D97F-37C8-E7A3-C017786A71ED}"/>
              </a:ext>
            </a:extLst>
          </p:cNvPr>
          <p:cNvSpPr/>
          <p:nvPr/>
        </p:nvSpPr>
        <p:spPr>
          <a:xfrm rot="18965586">
            <a:off x="8839071" y="-898455"/>
            <a:ext cx="2228242" cy="2186055"/>
          </a:xfrm>
          <a:custGeom>
            <a:avLst/>
            <a:gdLst>
              <a:gd name="connsiteX0" fmla="*/ 259140 w 2228242"/>
              <a:gd name="connsiteY0" fmla="*/ 0 h 2186055"/>
              <a:gd name="connsiteX1" fmla="*/ 2228242 w 2228242"/>
              <a:gd name="connsiteY1" fmla="*/ 1895366 h 2186055"/>
              <a:gd name="connsiteX2" fmla="*/ 2155219 w 2228242"/>
              <a:gd name="connsiteY2" fmla="*/ 1949973 h 2186055"/>
              <a:gd name="connsiteX3" fmla="*/ 1382340 w 2228242"/>
              <a:gd name="connsiteY3" fmla="*/ 2186055 h 2186055"/>
              <a:gd name="connsiteX4" fmla="*/ 0 w 2228242"/>
              <a:gd name="connsiteY4" fmla="*/ 803715 h 2186055"/>
              <a:gd name="connsiteX5" fmla="*/ 236082 w 2228242"/>
              <a:gd name="connsiteY5" fmla="*/ 30835 h 2186055"/>
              <a:gd name="connsiteX6" fmla="*/ 259140 w 2228242"/>
              <a:gd name="connsiteY6" fmla="*/ 0 h 218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242" h="2186055">
                <a:moveTo>
                  <a:pt x="259140" y="0"/>
                </a:moveTo>
                <a:lnTo>
                  <a:pt x="2228242" y="1895366"/>
                </a:lnTo>
                <a:lnTo>
                  <a:pt x="2155219" y="1949973"/>
                </a:lnTo>
                <a:cubicBezTo>
                  <a:pt x="1934596" y="2099023"/>
                  <a:pt x="1668632" y="2186055"/>
                  <a:pt x="1382340" y="2186055"/>
                </a:cubicBezTo>
                <a:cubicBezTo>
                  <a:pt x="618895" y="2186056"/>
                  <a:pt x="0" y="1567160"/>
                  <a:pt x="0" y="803715"/>
                </a:cubicBezTo>
                <a:cubicBezTo>
                  <a:pt x="0" y="517423"/>
                  <a:pt x="87032" y="251459"/>
                  <a:pt x="236082" y="30835"/>
                </a:cubicBezTo>
                <a:lnTo>
                  <a:pt x="259140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25000"/>
                </a:srgbClr>
              </a:gs>
              <a:gs pos="100000">
                <a:srgbClr val="34135D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D710B14-9D98-1503-699D-3C9C90F8158B}"/>
              </a:ext>
            </a:extLst>
          </p:cNvPr>
          <p:cNvSpPr/>
          <p:nvPr/>
        </p:nvSpPr>
        <p:spPr>
          <a:xfrm>
            <a:off x="7329587" y="2176863"/>
            <a:ext cx="4279242" cy="1821000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BD0CBE4-57DB-9258-B220-B0F021AA2F06}"/>
              </a:ext>
            </a:extLst>
          </p:cNvPr>
          <p:cNvSpPr/>
          <p:nvPr/>
        </p:nvSpPr>
        <p:spPr>
          <a:xfrm>
            <a:off x="7481954" y="2308484"/>
            <a:ext cx="4130203" cy="1689739"/>
          </a:xfrm>
          <a:prstGeom prst="roundRect">
            <a:avLst>
              <a:gd name="adj" fmla="val 94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4" name="Graphic 41">
            <a:extLst>
              <a:ext uri="{FF2B5EF4-FFF2-40B4-BE49-F238E27FC236}">
                <a16:creationId xmlns:a16="http://schemas.microsoft.com/office/drawing/2014/main" id="{73E30CE5-18E8-934E-6582-904456AE7C47}"/>
              </a:ext>
            </a:extLst>
          </p:cNvPr>
          <p:cNvSpPr/>
          <p:nvPr/>
        </p:nvSpPr>
        <p:spPr>
          <a:xfrm rot="16200000">
            <a:off x="10758202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5" name="Graphic 41">
            <a:extLst>
              <a:ext uri="{FF2B5EF4-FFF2-40B4-BE49-F238E27FC236}">
                <a16:creationId xmlns:a16="http://schemas.microsoft.com/office/drawing/2014/main" id="{AA926CBA-6E06-A16B-EE02-571574D50F14}"/>
              </a:ext>
            </a:extLst>
          </p:cNvPr>
          <p:cNvSpPr/>
          <p:nvPr/>
        </p:nvSpPr>
        <p:spPr>
          <a:xfrm rot="16200000">
            <a:off x="11061109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6" name="Graphic 41">
            <a:extLst>
              <a:ext uri="{FF2B5EF4-FFF2-40B4-BE49-F238E27FC236}">
                <a16:creationId xmlns:a16="http://schemas.microsoft.com/office/drawing/2014/main" id="{AB33535A-0BE5-7E95-4E69-D2221F4C2B0E}"/>
              </a:ext>
            </a:extLst>
          </p:cNvPr>
          <p:cNvSpPr/>
          <p:nvPr/>
        </p:nvSpPr>
        <p:spPr>
          <a:xfrm rot="16200000">
            <a:off x="11360250" y="4309435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7" name="Graphic 41">
            <a:extLst>
              <a:ext uri="{FF2B5EF4-FFF2-40B4-BE49-F238E27FC236}">
                <a16:creationId xmlns:a16="http://schemas.microsoft.com/office/drawing/2014/main" id="{3AD1B13D-2E32-3196-9CFA-00810602182F}"/>
              </a:ext>
            </a:extLst>
          </p:cNvPr>
          <p:cNvSpPr/>
          <p:nvPr/>
        </p:nvSpPr>
        <p:spPr>
          <a:xfrm rot="16200000">
            <a:off x="10758204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8" name="Graphic 41">
            <a:extLst>
              <a:ext uri="{FF2B5EF4-FFF2-40B4-BE49-F238E27FC236}">
                <a16:creationId xmlns:a16="http://schemas.microsoft.com/office/drawing/2014/main" id="{FCC1818E-7DBA-CE8C-23AA-79B10BB4DF29}"/>
              </a:ext>
            </a:extLst>
          </p:cNvPr>
          <p:cNvSpPr/>
          <p:nvPr/>
        </p:nvSpPr>
        <p:spPr>
          <a:xfrm rot="16200000">
            <a:off x="1106111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89" name="Graphic 41">
            <a:extLst>
              <a:ext uri="{FF2B5EF4-FFF2-40B4-BE49-F238E27FC236}">
                <a16:creationId xmlns:a16="http://schemas.microsoft.com/office/drawing/2014/main" id="{E3D9307E-5986-8E3C-12B0-34C0E71F10E5}"/>
              </a:ext>
            </a:extLst>
          </p:cNvPr>
          <p:cNvSpPr/>
          <p:nvPr/>
        </p:nvSpPr>
        <p:spPr>
          <a:xfrm rot="16200000">
            <a:off x="11360251" y="3999072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0" name="Graphic 41">
            <a:extLst>
              <a:ext uri="{FF2B5EF4-FFF2-40B4-BE49-F238E27FC236}">
                <a16:creationId xmlns:a16="http://schemas.microsoft.com/office/drawing/2014/main" id="{94F39D66-A07A-2BA9-F704-969E2F739F75}"/>
              </a:ext>
            </a:extLst>
          </p:cNvPr>
          <p:cNvSpPr/>
          <p:nvPr/>
        </p:nvSpPr>
        <p:spPr>
          <a:xfrm rot="16200000">
            <a:off x="10758205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1" name="Graphic 41">
            <a:extLst>
              <a:ext uri="{FF2B5EF4-FFF2-40B4-BE49-F238E27FC236}">
                <a16:creationId xmlns:a16="http://schemas.microsoft.com/office/drawing/2014/main" id="{B16CD618-86E0-2565-788F-C2C74A66C189}"/>
              </a:ext>
            </a:extLst>
          </p:cNvPr>
          <p:cNvSpPr/>
          <p:nvPr/>
        </p:nvSpPr>
        <p:spPr>
          <a:xfrm rot="16200000">
            <a:off x="1106111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92" name="Graphic 41">
            <a:extLst>
              <a:ext uri="{FF2B5EF4-FFF2-40B4-BE49-F238E27FC236}">
                <a16:creationId xmlns:a16="http://schemas.microsoft.com/office/drawing/2014/main" id="{826F7F89-2ECA-5F21-AFAE-E647B56EA487}"/>
              </a:ext>
            </a:extLst>
          </p:cNvPr>
          <p:cNvSpPr/>
          <p:nvPr/>
        </p:nvSpPr>
        <p:spPr>
          <a:xfrm rot="16200000">
            <a:off x="11360253" y="3689906"/>
            <a:ext cx="142375" cy="133543"/>
          </a:xfrm>
          <a:custGeom>
            <a:avLst/>
            <a:gdLst>
              <a:gd name="connsiteX0" fmla="*/ 758666 w 1123950"/>
              <a:gd name="connsiteY0" fmla="*/ 563404 h 1123950"/>
              <a:gd name="connsiteX1" fmla="*/ 1092994 w 1123950"/>
              <a:gd name="connsiteY1" fmla="*/ 228124 h 1123950"/>
              <a:gd name="connsiteX2" fmla="*/ 1092994 w 1123950"/>
              <a:gd name="connsiteY2" fmla="*/ 103346 h 1123950"/>
              <a:gd name="connsiteX3" fmla="*/ 1022509 w 1123950"/>
              <a:gd name="connsiteY3" fmla="*/ 32861 h 1123950"/>
              <a:gd name="connsiteX4" fmla="*/ 897731 w 1123950"/>
              <a:gd name="connsiteY4" fmla="*/ 32861 h 1123950"/>
              <a:gd name="connsiteX5" fmla="*/ 563404 w 1123950"/>
              <a:gd name="connsiteY5" fmla="*/ 368141 h 1123950"/>
              <a:gd name="connsiteX6" fmla="*/ 228124 w 1123950"/>
              <a:gd name="connsiteY6" fmla="*/ 32861 h 1123950"/>
              <a:gd name="connsiteX7" fmla="*/ 103346 w 1123950"/>
              <a:gd name="connsiteY7" fmla="*/ 32861 h 1123950"/>
              <a:gd name="connsiteX8" fmla="*/ 32861 w 1123950"/>
              <a:gd name="connsiteY8" fmla="*/ 103346 h 1123950"/>
              <a:gd name="connsiteX9" fmla="*/ 32861 w 1123950"/>
              <a:gd name="connsiteY9" fmla="*/ 228124 h 1123950"/>
              <a:gd name="connsiteX10" fmla="*/ 368141 w 1123950"/>
              <a:gd name="connsiteY10" fmla="*/ 563404 h 1123950"/>
              <a:gd name="connsiteX11" fmla="*/ 32861 w 1123950"/>
              <a:gd name="connsiteY11" fmla="*/ 897731 h 1123950"/>
              <a:gd name="connsiteX12" fmla="*/ 32861 w 1123950"/>
              <a:gd name="connsiteY12" fmla="*/ 1022509 h 1123950"/>
              <a:gd name="connsiteX13" fmla="*/ 103346 w 1123950"/>
              <a:gd name="connsiteY13" fmla="*/ 1092994 h 1123950"/>
              <a:gd name="connsiteX14" fmla="*/ 228124 w 1123950"/>
              <a:gd name="connsiteY14" fmla="*/ 1092994 h 1123950"/>
              <a:gd name="connsiteX15" fmla="*/ 563404 w 1123950"/>
              <a:gd name="connsiteY15" fmla="*/ 757714 h 1123950"/>
              <a:gd name="connsiteX16" fmla="*/ 897731 w 1123950"/>
              <a:gd name="connsiteY16" fmla="*/ 1092994 h 1123950"/>
              <a:gd name="connsiteX17" fmla="*/ 1022509 w 1123950"/>
              <a:gd name="connsiteY17" fmla="*/ 1092994 h 1123950"/>
              <a:gd name="connsiteX18" fmla="*/ 1092994 w 1123950"/>
              <a:gd name="connsiteY18" fmla="*/ 1022509 h 1123950"/>
              <a:gd name="connsiteX19" fmla="*/ 1092994 w 1123950"/>
              <a:gd name="connsiteY19" fmla="*/ 897731 h 1123950"/>
              <a:gd name="connsiteX20" fmla="*/ 758666 w 1123950"/>
              <a:gd name="connsiteY20" fmla="*/ 563404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23950" h="1123950">
                <a:moveTo>
                  <a:pt x="758666" y="563404"/>
                </a:moveTo>
                <a:lnTo>
                  <a:pt x="1092994" y="228124"/>
                </a:lnTo>
                <a:cubicBezTo>
                  <a:pt x="1127284" y="193834"/>
                  <a:pt x="1127284" y="137636"/>
                  <a:pt x="1092994" y="103346"/>
                </a:cubicBezTo>
                <a:lnTo>
                  <a:pt x="1022509" y="32861"/>
                </a:lnTo>
                <a:cubicBezTo>
                  <a:pt x="988219" y="-1429"/>
                  <a:pt x="932021" y="-1429"/>
                  <a:pt x="897731" y="32861"/>
                </a:cubicBezTo>
                <a:lnTo>
                  <a:pt x="563404" y="368141"/>
                </a:lnTo>
                <a:lnTo>
                  <a:pt x="228124" y="32861"/>
                </a:lnTo>
                <a:cubicBezTo>
                  <a:pt x="193834" y="-1429"/>
                  <a:pt x="137636" y="-1429"/>
                  <a:pt x="103346" y="32861"/>
                </a:cubicBezTo>
                <a:lnTo>
                  <a:pt x="32861" y="103346"/>
                </a:lnTo>
                <a:cubicBezTo>
                  <a:pt x="-1429" y="137636"/>
                  <a:pt x="-1429" y="193834"/>
                  <a:pt x="32861" y="228124"/>
                </a:cubicBezTo>
                <a:lnTo>
                  <a:pt x="368141" y="563404"/>
                </a:lnTo>
                <a:lnTo>
                  <a:pt x="32861" y="897731"/>
                </a:lnTo>
                <a:cubicBezTo>
                  <a:pt x="-1429" y="932021"/>
                  <a:pt x="-1429" y="988219"/>
                  <a:pt x="32861" y="1022509"/>
                </a:cubicBezTo>
                <a:lnTo>
                  <a:pt x="103346" y="1092994"/>
                </a:lnTo>
                <a:cubicBezTo>
                  <a:pt x="137636" y="1127284"/>
                  <a:pt x="193834" y="1127284"/>
                  <a:pt x="228124" y="1092994"/>
                </a:cubicBezTo>
                <a:lnTo>
                  <a:pt x="563404" y="757714"/>
                </a:lnTo>
                <a:lnTo>
                  <a:pt x="897731" y="1092994"/>
                </a:lnTo>
                <a:cubicBezTo>
                  <a:pt x="932021" y="1127284"/>
                  <a:pt x="988219" y="1127284"/>
                  <a:pt x="1022509" y="1092994"/>
                </a:cubicBezTo>
                <a:lnTo>
                  <a:pt x="1092994" y="1022509"/>
                </a:lnTo>
                <a:cubicBezTo>
                  <a:pt x="1127284" y="988219"/>
                  <a:pt x="1127284" y="932021"/>
                  <a:pt x="1092994" y="897731"/>
                </a:cubicBezTo>
                <a:lnTo>
                  <a:pt x="758666" y="563404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BE9BE0-5176-11DC-72CF-766F6AD2DC50}"/>
              </a:ext>
            </a:extLst>
          </p:cNvPr>
          <p:cNvSpPr txBox="1"/>
          <p:nvPr/>
        </p:nvSpPr>
        <p:spPr>
          <a:xfrm>
            <a:off x="7772934" y="2554172"/>
            <a:ext cx="358759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_tradnl" sz="3600" b="1" dirty="0">
                <a:solidFill>
                  <a:schemeClr val="bg1"/>
                </a:solidFill>
                <a:latin typeface="Segoe UI"/>
                <a:cs typeface="Segoe UI"/>
              </a:rPr>
              <a:t> Creación reglas firewall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9714833-3E40-D6B3-9ACB-0BD1D78A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6" y="1121598"/>
            <a:ext cx="5806392" cy="2067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EAD2E6C-CA74-55E5-4696-7BAEEB98E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44" y="1487045"/>
            <a:ext cx="6838227" cy="20894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081945A-4129-FACF-4DA7-14F324BA1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83" y="1863946"/>
            <a:ext cx="5547288" cy="2075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AE5A1E0-B975-B176-74CD-F628374F2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1" y="2254773"/>
            <a:ext cx="5204268" cy="2167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6B829B4-36A7-EB5D-255F-F4A3C453B7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369" y="2654521"/>
            <a:ext cx="5204630" cy="208224"/>
          </a:xfrm>
          <a:prstGeom prst="rect">
            <a:avLst/>
          </a:prstGeom>
        </p:spPr>
      </p:pic>
      <p:pic>
        <p:nvPicPr>
          <p:cNvPr id="7" name="Imagen 6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AFE21234-AA78-8FF7-B199-919F3D4D04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684" y="2975175"/>
            <a:ext cx="6837745" cy="1968661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A8B88794-AEF6-C95A-1A11-45E648B33E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2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chemeClr val="accent2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person holding a tablet&#10;&#10;AI-generated content may be incorrect.">
            <a:extLst>
              <a:ext uri="{FF2B5EF4-FFF2-40B4-BE49-F238E27FC236}">
                <a16:creationId xmlns:a16="http://schemas.microsoft.com/office/drawing/2014/main" id="{4DF51CC7-0FB3-06C6-53DE-B95B2C73A2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3" r="44281"/>
          <a:stretch>
            <a:fillRect/>
          </a:stretch>
        </p:blipFill>
        <p:spPr>
          <a:xfrm>
            <a:off x="9383010" y="0"/>
            <a:ext cx="3373666" cy="6858000"/>
          </a:xfrm>
          <a:prstGeom prst="rect">
            <a:avLst/>
          </a:prstGeom>
        </p:spPr>
      </p:pic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0859A60-E739-2CC0-880B-6C849068540F}"/>
              </a:ext>
            </a:extLst>
          </p:cNvPr>
          <p:cNvSpPr/>
          <p:nvPr/>
        </p:nvSpPr>
        <p:spPr>
          <a:xfrm rot="3790855">
            <a:off x="-501944" y="4237933"/>
            <a:ext cx="3336110" cy="3082109"/>
          </a:xfrm>
          <a:custGeom>
            <a:avLst/>
            <a:gdLst>
              <a:gd name="connsiteX0" fmla="*/ 231239 w 3336110"/>
              <a:gd name="connsiteY0" fmla="*/ 1002675 h 3082109"/>
              <a:gd name="connsiteX1" fmla="*/ 1915912 w 3336110"/>
              <a:gd name="connsiteY1" fmla="*/ 0 h 3082109"/>
              <a:gd name="connsiteX2" fmla="*/ 3270666 w 3336110"/>
              <a:gd name="connsiteY2" fmla="*/ 561158 h 3082109"/>
              <a:gd name="connsiteX3" fmla="*/ 3336110 w 3336110"/>
              <a:gd name="connsiteY3" fmla="*/ 633165 h 3082109"/>
              <a:gd name="connsiteX4" fmla="*/ 2098036 w 3336110"/>
              <a:gd name="connsiteY4" fmla="*/ 3082109 h 3082109"/>
              <a:gd name="connsiteX5" fmla="*/ 5118 w 3336110"/>
              <a:gd name="connsiteY5" fmla="*/ 2024026 h 3082109"/>
              <a:gd name="connsiteX6" fmla="*/ 0 w 3336110"/>
              <a:gd name="connsiteY6" fmla="*/ 1915912 h 3082109"/>
              <a:gd name="connsiteX7" fmla="*/ 231239 w 3336110"/>
              <a:gd name="connsiteY7" fmla="*/ 1002675 h 308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6110" h="3082109">
                <a:moveTo>
                  <a:pt x="231239" y="1002675"/>
                </a:moveTo>
                <a:cubicBezTo>
                  <a:pt x="555679" y="405436"/>
                  <a:pt x="1188448" y="0"/>
                  <a:pt x="1915912" y="0"/>
                </a:cubicBezTo>
                <a:cubicBezTo>
                  <a:pt x="2444976" y="0"/>
                  <a:pt x="2923955" y="214446"/>
                  <a:pt x="3270666" y="561158"/>
                </a:cubicBezTo>
                <a:lnTo>
                  <a:pt x="3336110" y="633165"/>
                </a:lnTo>
                <a:lnTo>
                  <a:pt x="2098036" y="3082109"/>
                </a:lnTo>
                <a:lnTo>
                  <a:pt x="5118" y="2024026"/>
                </a:lnTo>
                <a:lnTo>
                  <a:pt x="0" y="1915912"/>
                </a:lnTo>
                <a:cubicBezTo>
                  <a:pt x="0" y="1585246"/>
                  <a:pt x="83768" y="1274146"/>
                  <a:pt x="231239" y="1002675"/>
                </a:cubicBez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0"/>
                </a:srgbClr>
              </a:gs>
              <a:gs pos="100000">
                <a:srgbClr val="34135D">
                  <a:alpha val="4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0E97F98-B5E3-8123-47A0-141B6FA88CE6}"/>
              </a:ext>
            </a:extLst>
          </p:cNvPr>
          <p:cNvSpPr/>
          <p:nvPr/>
        </p:nvSpPr>
        <p:spPr>
          <a:xfrm rot="3790855">
            <a:off x="-419160" y="4414398"/>
            <a:ext cx="3071457" cy="2882802"/>
          </a:xfrm>
          <a:custGeom>
            <a:avLst/>
            <a:gdLst>
              <a:gd name="connsiteX0" fmla="*/ 209693 w 3071457"/>
              <a:gd name="connsiteY0" fmla="*/ 909245 h 2882802"/>
              <a:gd name="connsiteX1" fmla="*/ 1737388 w 3071457"/>
              <a:gd name="connsiteY1" fmla="*/ 0 h 2882802"/>
              <a:gd name="connsiteX2" fmla="*/ 2965907 w 3071457"/>
              <a:gd name="connsiteY2" fmla="*/ 508869 h 2882802"/>
              <a:gd name="connsiteX3" fmla="*/ 3071457 w 3071457"/>
              <a:gd name="connsiteY3" fmla="*/ 625004 h 2882802"/>
              <a:gd name="connsiteX4" fmla="*/ 1930017 w 3071457"/>
              <a:gd name="connsiteY4" fmla="*/ 2882802 h 2882802"/>
              <a:gd name="connsiteX5" fmla="*/ 8970 w 3071457"/>
              <a:gd name="connsiteY5" fmla="*/ 1911608 h 2882802"/>
              <a:gd name="connsiteX6" fmla="*/ 7892 w 3071457"/>
              <a:gd name="connsiteY6" fmla="*/ 1904065 h 2882802"/>
              <a:gd name="connsiteX7" fmla="*/ 0 w 3071457"/>
              <a:gd name="connsiteY7" fmla="*/ 1737388 h 2882802"/>
              <a:gd name="connsiteX8" fmla="*/ 209693 w 3071457"/>
              <a:gd name="connsiteY8" fmla="*/ 909245 h 288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71457" h="2882802">
                <a:moveTo>
                  <a:pt x="209693" y="909245"/>
                </a:moveTo>
                <a:cubicBezTo>
                  <a:pt x="503900" y="367658"/>
                  <a:pt x="1077709" y="0"/>
                  <a:pt x="1737388" y="0"/>
                </a:cubicBezTo>
                <a:cubicBezTo>
                  <a:pt x="2217155" y="0"/>
                  <a:pt x="2651500" y="194464"/>
                  <a:pt x="2965907" y="508869"/>
                </a:cubicBezTo>
                <a:lnTo>
                  <a:pt x="3071457" y="625004"/>
                </a:lnTo>
                <a:lnTo>
                  <a:pt x="1930017" y="2882802"/>
                </a:lnTo>
                <a:lnTo>
                  <a:pt x="8970" y="1911608"/>
                </a:lnTo>
                <a:lnTo>
                  <a:pt x="7892" y="1904065"/>
                </a:lnTo>
                <a:cubicBezTo>
                  <a:pt x="2671" y="1849209"/>
                  <a:pt x="0" y="1793610"/>
                  <a:pt x="0" y="1737388"/>
                </a:cubicBezTo>
                <a:cubicBezTo>
                  <a:pt x="0" y="1437534"/>
                  <a:pt x="75962" y="1155422"/>
                  <a:pt x="209693" y="909245"/>
                </a:cubicBez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0"/>
                </a:srgbClr>
              </a:gs>
              <a:gs pos="100000">
                <a:srgbClr val="34135D">
                  <a:alpha val="4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C307A45-5CD7-4739-A86E-2FD03080100F}"/>
              </a:ext>
            </a:extLst>
          </p:cNvPr>
          <p:cNvSpPr/>
          <p:nvPr/>
        </p:nvSpPr>
        <p:spPr>
          <a:xfrm rot="16583702">
            <a:off x="8405583" y="924197"/>
            <a:ext cx="3235745" cy="3235745"/>
          </a:xfrm>
          <a:prstGeom prst="ellipse">
            <a:avLst/>
          </a:prstGeom>
          <a:gradFill flip="none" rotWithShape="1">
            <a:gsLst>
              <a:gs pos="0">
                <a:srgbClr val="7B2ED4">
                  <a:alpha val="0"/>
                </a:srgbClr>
              </a:gs>
              <a:gs pos="100000">
                <a:srgbClr val="34135D">
                  <a:alpha val="4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360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963733C-ECEB-AE7F-8B1E-396D53EF5222}"/>
              </a:ext>
            </a:extLst>
          </p:cNvPr>
          <p:cNvSpPr/>
          <p:nvPr/>
        </p:nvSpPr>
        <p:spPr>
          <a:xfrm rot="16200000">
            <a:off x="349834" y="-323461"/>
            <a:ext cx="1074546" cy="1721468"/>
          </a:xfrm>
          <a:custGeom>
            <a:avLst/>
            <a:gdLst>
              <a:gd name="connsiteX0" fmla="*/ 1074546 w 1074546"/>
              <a:gd name="connsiteY0" fmla="*/ 0 h 1721468"/>
              <a:gd name="connsiteX1" fmla="*/ 1074546 w 1074546"/>
              <a:gd name="connsiteY1" fmla="*/ 1721468 h 1721468"/>
              <a:gd name="connsiteX2" fmla="*/ 1036757 w 1074546"/>
              <a:gd name="connsiteY2" fmla="*/ 1715701 h 1721468"/>
              <a:gd name="connsiteX3" fmla="*/ 0 w 1074546"/>
              <a:gd name="connsiteY3" fmla="*/ 443644 h 1721468"/>
              <a:gd name="connsiteX4" fmla="*/ 58375 w 1074546"/>
              <a:gd name="connsiteY4" fmla="*/ 57529 h 1721468"/>
              <a:gd name="connsiteX5" fmla="*/ 79431 w 1074546"/>
              <a:gd name="connsiteY5" fmla="*/ 0 h 1721468"/>
              <a:gd name="connsiteX6" fmla="*/ 1074546 w 1074546"/>
              <a:gd name="connsiteY6" fmla="*/ 0 h 17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4546" h="1721468">
                <a:moveTo>
                  <a:pt x="1074546" y="0"/>
                </a:moveTo>
                <a:lnTo>
                  <a:pt x="1074546" y="1721468"/>
                </a:lnTo>
                <a:lnTo>
                  <a:pt x="1036757" y="1715701"/>
                </a:lnTo>
                <a:cubicBezTo>
                  <a:pt x="445081" y="1594627"/>
                  <a:pt x="0" y="1071113"/>
                  <a:pt x="0" y="443644"/>
                </a:cubicBezTo>
                <a:cubicBezTo>
                  <a:pt x="0" y="309186"/>
                  <a:pt x="20437" y="179502"/>
                  <a:pt x="58375" y="57529"/>
                </a:cubicBezTo>
                <a:lnTo>
                  <a:pt x="79431" y="0"/>
                </a:lnTo>
                <a:lnTo>
                  <a:pt x="1074546" y="0"/>
                </a:lnTo>
                <a:close/>
              </a:path>
            </a:pathLst>
          </a:custGeom>
          <a:gradFill flip="none" rotWithShape="1">
            <a:gsLst>
              <a:gs pos="0">
                <a:srgbClr val="7B2ED4">
                  <a:alpha val="0"/>
                </a:srgbClr>
              </a:gs>
              <a:gs pos="100000">
                <a:srgbClr val="34135D">
                  <a:alpha val="4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0B053-A582-0704-589B-EAB954424B83}"/>
              </a:ext>
            </a:extLst>
          </p:cNvPr>
          <p:cNvSpPr txBox="1"/>
          <p:nvPr/>
        </p:nvSpPr>
        <p:spPr>
          <a:xfrm>
            <a:off x="1027453" y="1367296"/>
            <a:ext cx="667557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Segoe UI"/>
                <a:cs typeface="Segoe UI"/>
              </a:rPr>
              <a:t>Marco NIST</a:t>
            </a:r>
            <a:endParaRPr lang="en-IN" sz="4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1532C7E4-F59B-1BDA-0DFB-460EE9463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7" y="68234"/>
            <a:ext cx="801718" cy="684835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849D747-7D91-63E9-3C4E-E44916CF5A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572050"/>
              </p:ext>
            </p:extLst>
          </p:nvPr>
        </p:nvGraphicFramePr>
        <p:xfrm>
          <a:off x="2271623" y="2347823"/>
          <a:ext cx="5089584" cy="4017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55911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fety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5C21A3"/>
      </a:accent1>
      <a:accent2>
        <a:srgbClr val="7B2ED4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815</Words>
  <Application>Microsoft Office PowerPoint</Application>
  <PresentationFormat>Panorámica</PresentationFormat>
  <Paragraphs>91</Paragraphs>
  <Slides>11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Balu</dc:creator>
  <cp:lastModifiedBy>Nithya Balu</cp:lastModifiedBy>
  <cp:revision>321</cp:revision>
  <dcterms:created xsi:type="dcterms:W3CDTF">2025-07-17T05:34:08Z</dcterms:created>
  <dcterms:modified xsi:type="dcterms:W3CDTF">2026-02-03T03:21:43Z</dcterms:modified>
</cp:coreProperties>
</file>